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6858000" cy="9144000"/>
  <p:embeddedFontLst>
    <p:embeddedFont>
      <p:font typeface="Anaheim"/>
      <p:regular r:id="rId14"/>
      <p:bold r:id="rId15"/>
    </p:embeddedFont>
    <p:embeddedFont>
      <p:font typeface="Bebas Neue"/>
      <p:regular r:id="rId16"/>
    </p:embeddedFont>
    <p:embeddedFont>
      <p:font typeface="Baumans"/>
      <p:regular r:id="rId17"/>
    </p:embeddedFont>
    <p:embeddedFont>
      <p:font typeface="Crete Round"/>
      <p:regular r:id="rId18"/>
      <p:italic r:id="rId19"/>
    </p:embeddedFont>
    <p:embeddedFont>
      <p:font typeface="Albert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gyoo7mlHPRrkV486Kt71F1VYI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AlbertSans-regular.fntdata"/><Relationship Id="rId22" Type="http://schemas.openxmlformats.org/officeDocument/2006/relationships/font" Target="fonts/AlbertSans-italic.fntdata"/><Relationship Id="rId21" Type="http://schemas.openxmlformats.org/officeDocument/2006/relationships/font" Target="fonts/AlbertSans-bold.fntdata"/><Relationship Id="rId24" Type="http://customschemas.google.com/relationships/presentationmetadata" Target="metadata"/><Relationship Id="rId23" Type="http://schemas.openxmlformats.org/officeDocument/2006/relationships/font" Target="fonts/Albert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Anaheim-bold.fntdata"/><Relationship Id="rId14" Type="http://schemas.openxmlformats.org/officeDocument/2006/relationships/font" Target="fonts/Anaheim-regular.fntdata"/><Relationship Id="rId17" Type="http://schemas.openxmlformats.org/officeDocument/2006/relationships/font" Target="fonts/Baumans-regular.fntdata"/><Relationship Id="rId16" Type="http://schemas.openxmlformats.org/officeDocument/2006/relationships/font" Target="fonts/BebasNeue-regular.fntdata"/><Relationship Id="rId19" Type="http://schemas.openxmlformats.org/officeDocument/2006/relationships/font" Target="fonts/CreteRound-italic.fntdata"/><Relationship Id="rId18" Type="http://schemas.openxmlformats.org/officeDocument/2006/relationships/font" Target="fonts/CreteRou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8" name="Google Shape;52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Slides 1-2: 1 minute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8" name="Google Shape;6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3" name="Google Shape;71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7" name="Google Shape;72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All of the customers represented in the dataset were repeat customers.</a:t>
            </a:r>
            <a:endParaRPr/>
          </a:p>
          <a:p>
            <a:pPr indent="0" lvl="0" marL="0" rtl="0" algn="l">
              <a:lnSpc>
                <a:spcPct val="100000"/>
              </a:lnSpc>
              <a:spcBef>
                <a:spcPts val="0"/>
              </a:spcBef>
              <a:spcAft>
                <a:spcPts val="0"/>
              </a:spcAft>
              <a:buSzPts val="1100"/>
              <a:buNone/>
            </a:pPr>
            <a:r>
              <a:rPr lang="en"/>
              <a:t>The</a:t>
            </a:r>
            <a:r>
              <a:rPr lang="en">
                <a:solidFill>
                  <a:schemeClr val="dk1"/>
                </a:solidFill>
              </a:rPr>
              <a:t> lowest number of orders among </a:t>
            </a:r>
            <a:r>
              <a:rPr lang="en"/>
              <a:t>B2B customers in 2023 placed 68 orders over the year, among B2C this number was 62 - both are more than an order each week, so there was no distinguishing between repeat or one-time customers. </a:t>
            </a:r>
            <a:endParaRPr/>
          </a:p>
          <a:p>
            <a:pPr indent="0" lvl="0" marL="0" rtl="0" algn="l">
              <a:lnSpc>
                <a:spcPct val="100000"/>
              </a:lnSpc>
              <a:spcBef>
                <a:spcPts val="0"/>
              </a:spcBef>
              <a:spcAft>
                <a:spcPts val="0"/>
              </a:spcAft>
              <a:buSzPts val="1100"/>
              <a:buNone/>
            </a:pPr>
            <a:r>
              <a:rPr lang="en"/>
              <a:t>I decided to see if there was any correlation between the size of the sale and the frequency with which the customers return.</a:t>
            </a:r>
            <a:endParaRPr/>
          </a:p>
          <a:p>
            <a:pPr indent="0" lvl="0" marL="0" rtl="0" algn="l">
              <a:lnSpc>
                <a:spcPct val="100000"/>
              </a:lnSpc>
              <a:spcBef>
                <a:spcPts val="0"/>
              </a:spcBef>
              <a:spcAft>
                <a:spcPts val="0"/>
              </a:spcAft>
              <a:buSzPts val="1100"/>
              <a:buNone/>
            </a:pPr>
            <a:r>
              <a:rPr lang="en"/>
              <a:t>I only included one scatter plot from each customer type here because they were nearly identical! With each customer type, you can see that there was strong correlation between total spend and the number of orders placed - a total “duh” moment for me! When I calculated the average spend per order, you can see that there is really no correlation between how much the most frequent customers spend. </a:t>
            </a:r>
            <a:endParaRPr/>
          </a:p>
          <a:p>
            <a:pPr indent="0" lvl="0" marL="0" rtl="0" algn="l">
              <a:lnSpc>
                <a:spcPct val="100000"/>
              </a:lnSpc>
              <a:spcBef>
                <a:spcPts val="0"/>
              </a:spcBef>
              <a:spcAft>
                <a:spcPts val="0"/>
              </a:spcAft>
              <a:buSzPts val="1100"/>
              <a:buNone/>
            </a:pPr>
            <a:r>
              <a:rPr lang="en"/>
              <a:t>The only insight we can provide Obaidi Beverage Distributors from this query is that they have very loyal customers, and may want to consider a loyalty program or discount off of larger orders if increasing the spend per order is desired.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4" name="Google Shape;74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5" name="Google Shape;7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1"/>
          <p:cNvSpPr txBox="1"/>
          <p:nvPr>
            <p:ph type="ctrTitle"/>
          </p:nvPr>
        </p:nvSpPr>
        <p:spPr>
          <a:xfrm>
            <a:off x="713272" y="1678213"/>
            <a:ext cx="3907200" cy="1463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191919"/>
              </a:buClr>
              <a:buSzPts val="5200"/>
              <a:buNone/>
              <a:defRPr b="1" sz="9600">
                <a:latin typeface="Baumans"/>
                <a:ea typeface="Baumans"/>
                <a:cs typeface="Baumans"/>
                <a:sym typeface="Baumans"/>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11"/>
          <p:cNvSpPr txBox="1"/>
          <p:nvPr>
            <p:ph idx="1" type="subTitle"/>
          </p:nvPr>
        </p:nvSpPr>
        <p:spPr>
          <a:xfrm>
            <a:off x="1615522" y="3176563"/>
            <a:ext cx="2102700" cy="702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latin typeface="Albert Sans"/>
                <a:ea typeface="Albert Sans"/>
                <a:cs typeface="Albert Sans"/>
                <a:sym typeface="Albert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 name="Shape 12"/>
        <p:cNvGrpSpPr/>
        <p:nvPr/>
      </p:nvGrpSpPr>
      <p:grpSpPr>
        <a:xfrm>
          <a:off x="0" y="0"/>
          <a:ext cx="0" cy="0"/>
          <a:chOff x="0" y="0"/>
          <a:chExt cx="0" cy="0"/>
        </a:xfrm>
      </p:grpSpPr>
      <p:sp>
        <p:nvSpPr>
          <p:cNvPr id="13" name="Google Shape;13;p12"/>
          <p:cNvSpPr txBox="1"/>
          <p:nvPr>
            <p:ph type="title"/>
          </p:nvPr>
        </p:nvSpPr>
        <p:spPr>
          <a:xfrm>
            <a:off x="713225" y="1498388"/>
            <a:ext cx="3773700" cy="111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500"/>
              <a:buNone/>
              <a:defRPr sz="6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4" name="Google Shape;14;p12"/>
          <p:cNvSpPr txBox="1"/>
          <p:nvPr>
            <p:ph idx="1" type="subTitle"/>
          </p:nvPr>
        </p:nvSpPr>
        <p:spPr>
          <a:xfrm>
            <a:off x="713225" y="2699213"/>
            <a:ext cx="3773700" cy="945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 name="Google Shape;15;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13"/>
          <p:cNvSpPr txBox="1"/>
          <p:nvPr>
            <p:ph type="title"/>
          </p:nvPr>
        </p:nvSpPr>
        <p:spPr>
          <a:xfrm>
            <a:off x="4073953" y="1897849"/>
            <a:ext cx="4356900" cy="1716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 name="Google Shape;18;p13"/>
          <p:cNvSpPr txBox="1"/>
          <p:nvPr>
            <p:ph idx="2" type="title"/>
          </p:nvPr>
        </p:nvSpPr>
        <p:spPr>
          <a:xfrm>
            <a:off x="4073950" y="1056050"/>
            <a:ext cx="1273800" cy="841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9" name="Google Shape;19;p13"/>
          <p:cNvSpPr txBox="1"/>
          <p:nvPr>
            <p:ph idx="1" type="subTitle"/>
          </p:nvPr>
        </p:nvSpPr>
        <p:spPr>
          <a:xfrm>
            <a:off x="4073953" y="3647650"/>
            <a:ext cx="4356900" cy="439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3" name="Google Shape;23;p14"/>
          <p:cNvSpPr txBox="1"/>
          <p:nvPr>
            <p:ph idx="1" type="body"/>
          </p:nvPr>
        </p:nvSpPr>
        <p:spPr>
          <a:xfrm>
            <a:off x="720000" y="1215750"/>
            <a:ext cx="4799100" cy="14466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24" name="Google Shape;24;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grpSp>
        <p:nvGrpSpPr>
          <p:cNvPr id="26" name="Google Shape;26;p15"/>
          <p:cNvGrpSpPr/>
          <p:nvPr/>
        </p:nvGrpSpPr>
        <p:grpSpPr>
          <a:xfrm flipH="1">
            <a:off x="-2069281" y="445015"/>
            <a:ext cx="13282580" cy="5756726"/>
            <a:chOff x="-2052494" y="445015"/>
            <a:chExt cx="13282580" cy="5756726"/>
          </a:xfrm>
        </p:grpSpPr>
        <p:sp>
          <p:nvSpPr>
            <p:cNvPr id="27" name="Google Shape;27;p15"/>
            <p:cNvSpPr/>
            <p:nvPr/>
          </p:nvSpPr>
          <p:spPr>
            <a:xfrm>
              <a:off x="-2052494" y="445015"/>
              <a:ext cx="3593270" cy="3349027"/>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 name="Google Shape;28;p15"/>
            <p:cNvSpPr/>
            <p:nvPr/>
          </p:nvSpPr>
          <p:spPr>
            <a:xfrm rot="-4253141">
              <a:off x="7347303" y="2362174"/>
              <a:ext cx="3511400" cy="3285483"/>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9" name="Google Shape;29;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0" name="Google Shape;30;p15"/>
          <p:cNvSpPr txBox="1"/>
          <p:nvPr>
            <p:ph idx="1" type="subTitle"/>
          </p:nvPr>
        </p:nvSpPr>
        <p:spPr>
          <a:xfrm>
            <a:off x="4874104" y="3684950"/>
            <a:ext cx="2181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1" name="Google Shape;31;p15"/>
          <p:cNvSpPr txBox="1"/>
          <p:nvPr>
            <p:ph idx="2" type="subTitle"/>
          </p:nvPr>
        </p:nvSpPr>
        <p:spPr>
          <a:xfrm>
            <a:off x="2088000" y="3684950"/>
            <a:ext cx="2181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15"/>
          <p:cNvSpPr txBox="1"/>
          <p:nvPr>
            <p:ph idx="3" type="subTitle"/>
          </p:nvPr>
        </p:nvSpPr>
        <p:spPr>
          <a:xfrm>
            <a:off x="4874104" y="3220825"/>
            <a:ext cx="2181900" cy="474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3" name="Google Shape;33;p15"/>
          <p:cNvSpPr txBox="1"/>
          <p:nvPr>
            <p:ph idx="4" type="subTitle"/>
          </p:nvPr>
        </p:nvSpPr>
        <p:spPr>
          <a:xfrm>
            <a:off x="2088000" y="3220825"/>
            <a:ext cx="2181900" cy="474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34" name="Google Shape;34;p15"/>
          <p:cNvGrpSpPr/>
          <p:nvPr/>
        </p:nvGrpSpPr>
        <p:grpSpPr>
          <a:xfrm flipH="1">
            <a:off x="224063" y="3150074"/>
            <a:ext cx="368735" cy="385753"/>
            <a:chOff x="6653292" y="4433005"/>
            <a:chExt cx="391397" cy="409504"/>
          </a:xfrm>
        </p:grpSpPr>
        <p:sp>
          <p:nvSpPr>
            <p:cNvPr id="35" name="Google Shape;35;p15"/>
            <p:cNvSpPr/>
            <p:nvPr/>
          </p:nvSpPr>
          <p:spPr>
            <a:xfrm>
              <a:off x="6653292" y="4433005"/>
              <a:ext cx="248602" cy="249555"/>
            </a:xfrm>
            <a:custGeom>
              <a:rect b="b" l="l" r="r" t="t"/>
              <a:pathLst>
                <a:path extrusionOk="0" h="249555" w="248602">
                  <a:moveTo>
                    <a:pt x="80963" y="80963"/>
                  </a:moveTo>
                  <a:lnTo>
                    <a:pt x="0" y="124778"/>
                  </a:lnTo>
                  <a:lnTo>
                    <a:pt x="80963" y="168593"/>
                  </a:lnTo>
                  <a:lnTo>
                    <a:pt x="124778" y="249555"/>
                  </a:lnTo>
                  <a:lnTo>
                    <a:pt x="168593" y="168593"/>
                  </a:lnTo>
                  <a:lnTo>
                    <a:pt x="248603" y="124778"/>
                  </a:lnTo>
                  <a:lnTo>
                    <a:pt x="168593" y="80963"/>
                  </a:lnTo>
                  <a:lnTo>
                    <a:pt x="124778"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 name="Google Shape;36;p15"/>
            <p:cNvSpPr/>
            <p:nvPr/>
          </p:nvSpPr>
          <p:spPr>
            <a:xfrm>
              <a:off x="6931342" y="4730115"/>
              <a:ext cx="113347" cy="112394"/>
            </a:xfrm>
            <a:custGeom>
              <a:rect b="b" l="l" r="r" t="t"/>
              <a:pathLst>
                <a:path extrusionOk="0" h="112394" w="113347">
                  <a:moveTo>
                    <a:pt x="37147" y="36195"/>
                  </a:moveTo>
                  <a:lnTo>
                    <a:pt x="0" y="56197"/>
                  </a:lnTo>
                  <a:lnTo>
                    <a:pt x="37147" y="76200"/>
                  </a:lnTo>
                  <a:lnTo>
                    <a:pt x="57150" y="112395"/>
                  </a:lnTo>
                  <a:lnTo>
                    <a:pt x="77152" y="76200"/>
                  </a:lnTo>
                  <a:lnTo>
                    <a:pt x="113347" y="56197"/>
                  </a:lnTo>
                  <a:lnTo>
                    <a:pt x="77152" y="36195"/>
                  </a:lnTo>
                  <a:lnTo>
                    <a:pt x="5715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7" name="Google Shape;37;p15"/>
          <p:cNvGrpSpPr/>
          <p:nvPr/>
        </p:nvGrpSpPr>
        <p:grpSpPr>
          <a:xfrm flipH="1">
            <a:off x="8323694" y="2049951"/>
            <a:ext cx="547408" cy="572691"/>
            <a:chOff x="6653292" y="4433005"/>
            <a:chExt cx="391397" cy="409504"/>
          </a:xfrm>
        </p:grpSpPr>
        <p:sp>
          <p:nvSpPr>
            <p:cNvPr id="38" name="Google Shape;38;p15"/>
            <p:cNvSpPr/>
            <p:nvPr/>
          </p:nvSpPr>
          <p:spPr>
            <a:xfrm>
              <a:off x="6653292" y="4433005"/>
              <a:ext cx="248602" cy="249555"/>
            </a:xfrm>
            <a:custGeom>
              <a:rect b="b" l="l" r="r" t="t"/>
              <a:pathLst>
                <a:path extrusionOk="0" h="249555" w="248602">
                  <a:moveTo>
                    <a:pt x="80963" y="80963"/>
                  </a:moveTo>
                  <a:lnTo>
                    <a:pt x="0" y="124778"/>
                  </a:lnTo>
                  <a:lnTo>
                    <a:pt x="80963" y="168593"/>
                  </a:lnTo>
                  <a:lnTo>
                    <a:pt x="124778" y="249555"/>
                  </a:lnTo>
                  <a:lnTo>
                    <a:pt x="168593" y="168593"/>
                  </a:lnTo>
                  <a:lnTo>
                    <a:pt x="248603" y="124778"/>
                  </a:lnTo>
                  <a:lnTo>
                    <a:pt x="168593" y="80963"/>
                  </a:lnTo>
                  <a:lnTo>
                    <a:pt x="124778"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 name="Google Shape;39;p15"/>
            <p:cNvSpPr/>
            <p:nvPr/>
          </p:nvSpPr>
          <p:spPr>
            <a:xfrm>
              <a:off x="6931342" y="4730115"/>
              <a:ext cx="113347" cy="112394"/>
            </a:xfrm>
            <a:custGeom>
              <a:rect b="b" l="l" r="r" t="t"/>
              <a:pathLst>
                <a:path extrusionOk="0" h="112394" w="113347">
                  <a:moveTo>
                    <a:pt x="37147" y="36195"/>
                  </a:moveTo>
                  <a:lnTo>
                    <a:pt x="0" y="56197"/>
                  </a:lnTo>
                  <a:lnTo>
                    <a:pt x="37147" y="76200"/>
                  </a:lnTo>
                  <a:lnTo>
                    <a:pt x="57150" y="112395"/>
                  </a:lnTo>
                  <a:lnTo>
                    <a:pt x="77152" y="76200"/>
                  </a:lnTo>
                  <a:lnTo>
                    <a:pt x="113347" y="56197"/>
                  </a:lnTo>
                  <a:lnTo>
                    <a:pt x="77152" y="36195"/>
                  </a:lnTo>
                  <a:lnTo>
                    <a:pt x="5715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0" name="Google Shape;40;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3" name="Google Shape;43;p1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17"/>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6" name="Google Shape;46;p17"/>
          <p:cNvSpPr txBox="1"/>
          <p:nvPr>
            <p:ph idx="1" type="subTitle"/>
          </p:nvPr>
        </p:nvSpPr>
        <p:spPr>
          <a:xfrm>
            <a:off x="720000" y="1755044"/>
            <a:ext cx="4294800" cy="2203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Char char="●"/>
              <a:defRPr sz="1600"/>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47" name="Google Shape;4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18"/>
          <p:cNvSpPr txBox="1"/>
          <p:nvPr>
            <p:ph type="title"/>
          </p:nvPr>
        </p:nvSpPr>
        <p:spPr>
          <a:xfrm>
            <a:off x="4012400" y="1408075"/>
            <a:ext cx="4418400" cy="2327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0" name="Google Shape;50;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9"/>
          <p:cNvSpPr/>
          <p:nvPr>
            <p:ph idx="2" type="pic"/>
          </p:nvPr>
        </p:nvSpPr>
        <p:spPr>
          <a:xfrm>
            <a:off x="-3300" y="0"/>
            <a:ext cx="9150600" cy="5143500"/>
          </a:xfrm>
          <a:prstGeom prst="rect">
            <a:avLst/>
          </a:prstGeom>
          <a:noFill/>
          <a:ln>
            <a:noFill/>
          </a:ln>
        </p:spPr>
      </p:sp>
      <p:sp>
        <p:nvSpPr>
          <p:cNvPr id="53" name="Google Shape;53;p19"/>
          <p:cNvSpPr txBox="1"/>
          <p:nvPr>
            <p:ph type="title"/>
          </p:nvPr>
        </p:nvSpPr>
        <p:spPr>
          <a:xfrm>
            <a:off x="3437875" y="3439700"/>
            <a:ext cx="4992900" cy="1164300"/>
          </a:xfrm>
          <a:prstGeom prst="rect">
            <a:avLst/>
          </a:prstGeom>
          <a:solidFill>
            <a:schemeClr val="lt1"/>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4" name="Google Shape;54;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20"/>
          <p:cNvSpPr txBox="1"/>
          <p:nvPr>
            <p:ph hasCustomPrompt="1" type="title"/>
          </p:nvPr>
        </p:nvSpPr>
        <p:spPr>
          <a:xfrm>
            <a:off x="3395200" y="1707275"/>
            <a:ext cx="5035500" cy="113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57" name="Google Shape;57;p20"/>
          <p:cNvSpPr txBox="1"/>
          <p:nvPr>
            <p:ph idx="1" type="subTitle"/>
          </p:nvPr>
        </p:nvSpPr>
        <p:spPr>
          <a:xfrm>
            <a:off x="3395200" y="2939125"/>
            <a:ext cx="5035500" cy="497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58" name="Google Shape;58;p2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9" name="Shape 59"/>
        <p:cNvGrpSpPr/>
        <p:nvPr/>
      </p:nvGrpSpPr>
      <p:grpSpPr>
        <a:xfrm>
          <a:off x="0" y="0"/>
          <a:ext cx="0" cy="0"/>
          <a:chOff x="0" y="0"/>
          <a:chExt cx="0" cy="0"/>
        </a:xfrm>
      </p:grpSpPr>
      <p:sp>
        <p:nvSpPr>
          <p:cNvPr id="60" name="Google Shape;60;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1" name="Shape 61"/>
        <p:cNvGrpSpPr/>
        <p:nvPr/>
      </p:nvGrpSpPr>
      <p:grpSpPr>
        <a:xfrm>
          <a:off x="0" y="0"/>
          <a:ext cx="0" cy="0"/>
          <a:chOff x="0" y="0"/>
          <a:chExt cx="0" cy="0"/>
        </a:xfrm>
      </p:grpSpPr>
      <p:grpSp>
        <p:nvGrpSpPr>
          <p:cNvPr id="62" name="Google Shape;62;p22"/>
          <p:cNvGrpSpPr/>
          <p:nvPr/>
        </p:nvGrpSpPr>
        <p:grpSpPr>
          <a:xfrm>
            <a:off x="-1823894" y="445015"/>
            <a:ext cx="12977780" cy="5680526"/>
            <a:chOff x="-1823894" y="445015"/>
            <a:chExt cx="12977780" cy="5680526"/>
          </a:xfrm>
        </p:grpSpPr>
        <p:sp>
          <p:nvSpPr>
            <p:cNvPr id="63" name="Google Shape;63;p22"/>
            <p:cNvSpPr/>
            <p:nvPr/>
          </p:nvSpPr>
          <p:spPr>
            <a:xfrm>
              <a:off x="-1823894" y="445015"/>
              <a:ext cx="3593270" cy="3349027"/>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 name="Google Shape;64;p22"/>
            <p:cNvSpPr/>
            <p:nvPr/>
          </p:nvSpPr>
          <p:spPr>
            <a:xfrm rot="-4253141">
              <a:off x="7271103" y="2285974"/>
              <a:ext cx="3511400" cy="3285483"/>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5" name="Google Shape;65;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6" name="Google Shape;66;p22"/>
          <p:cNvSpPr txBox="1"/>
          <p:nvPr>
            <p:ph idx="1" type="subTitle"/>
          </p:nvPr>
        </p:nvSpPr>
        <p:spPr>
          <a:xfrm>
            <a:off x="3344549" y="1685407"/>
            <a:ext cx="3379800" cy="62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 name="Google Shape;67;p22"/>
          <p:cNvSpPr txBox="1"/>
          <p:nvPr>
            <p:ph idx="2" type="title"/>
          </p:nvPr>
        </p:nvSpPr>
        <p:spPr>
          <a:xfrm>
            <a:off x="2419651" y="1601650"/>
            <a:ext cx="7368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8" name="Google Shape;68;p22"/>
          <p:cNvSpPr txBox="1"/>
          <p:nvPr>
            <p:ph idx="3" type="subTitle"/>
          </p:nvPr>
        </p:nvSpPr>
        <p:spPr>
          <a:xfrm>
            <a:off x="3344549" y="1339681"/>
            <a:ext cx="3379800" cy="483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 name="Google Shape;69;p22"/>
          <p:cNvSpPr txBox="1"/>
          <p:nvPr>
            <p:ph idx="4" type="subTitle"/>
          </p:nvPr>
        </p:nvSpPr>
        <p:spPr>
          <a:xfrm>
            <a:off x="3344549" y="2819432"/>
            <a:ext cx="3379800" cy="62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22"/>
          <p:cNvSpPr txBox="1"/>
          <p:nvPr>
            <p:ph idx="5" type="title"/>
          </p:nvPr>
        </p:nvSpPr>
        <p:spPr>
          <a:xfrm>
            <a:off x="2419651" y="2735675"/>
            <a:ext cx="7368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1" name="Google Shape;71;p22"/>
          <p:cNvSpPr txBox="1"/>
          <p:nvPr>
            <p:ph idx="6" type="subTitle"/>
          </p:nvPr>
        </p:nvSpPr>
        <p:spPr>
          <a:xfrm>
            <a:off x="3344549" y="2473706"/>
            <a:ext cx="3379800" cy="483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2" name="Google Shape;72;p22"/>
          <p:cNvSpPr txBox="1"/>
          <p:nvPr>
            <p:ph idx="7" type="subTitle"/>
          </p:nvPr>
        </p:nvSpPr>
        <p:spPr>
          <a:xfrm>
            <a:off x="3344549" y="3953457"/>
            <a:ext cx="3379800" cy="62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3" name="Google Shape;73;p22"/>
          <p:cNvSpPr txBox="1"/>
          <p:nvPr>
            <p:ph idx="8" type="title"/>
          </p:nvPr>
        </p:nvSpPr>
        <p:spPr>
          <a:xfrm>
            <a:off x="2419651" y="3869700"/>
            <a:ext cx="736800" cy="4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4" name="Google Shape;74;p22"/>
          <p:cNvSpPr txBox="1"/>
          <p:nvPr>
            <p:ph idx="9" type="subTitle"/>
          </p:nvPr>
        </p:nvSpPr>
        <p:spPr>
          <a:xfrm>
            <a:off x="3344549" y="3607731"/>
            <a:ext cx="3379800" cy="483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 name="Google Shape;75;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6" name="Shape 76"/>
        <p:cNvGrpSpPr/>
        <p:nvPr/>
      </p:nvGrpSpPr>
      <p:grpSpPr>
        <a:xfrm>
          <a:off x="0" y="0"/>
          <a:ext cx="0" cy="0"/>
          <a:chOff x="0" y="0"/>
          <a:chExt cx="0" cy="0"/>
        </a:xfrm>
      </p:grpSpPr>
      <p:sp>
        <p:nvSpPr>
          <p:cNvPr id="77" name="Google Shape;77;p23"/>
          <p:cNvSpPr txBox="1"/>
          <p:nvPr>
            <p:ph type="title"/>
          </p:nvPr>
        </p:nvSpPr>
        <p:spPr>
          <a:xfrm>
            <a:off x="713225" y="3213775"/>
            <a:ext cx="4366800" cy="441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16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8" name="Google Shape;78;p23"/>
          <p:cNvSpPr txBox="1"/>
          <p:nvPr>
            <p:ph idx="1" type="subTitle"/>
          </p:nvPr>
        </p:nvSpPr>
        <p:spPr>
          <a:xfrm>
            <a:off x="713225" y="1488125"/>
            <a:ext cx="4366800" cy="16152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79" name="Google Shape;79;p2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80" name="Shape 80"/>
        <p:cNvGrpSpPr/>
        <p:nvPr/>
      </p:nvGrpSpPr>
      <p:grpSpPr>
        <a:xfrm>
          <a:off x="0" y="0"/>
          <a:ext cx="0" cy="0"/>
          <a:chOff x="0" y="0"/>
          <a:chExt cx="0" cy="0"/>
        </a:xfrm>
      </p:grpSpPr>
      <p:sp>
        <p:nvSpPr>
          <p:cNvPr id="81" name="Google Shape;81;p24"/>
          <p:cNvSpPr/>
          <p:nvPr/>
        </p:nvSpPr>
        <p:spPr>
          <a:xfrm flipH="1" rot="3186027">
            <a:off x="6213686" y="-1688773"/>
            <a:ext cx="3391536" cy="3285021"/>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 name="Google Shape;82;p24"/>
          <p:cNvSpPr txBox="1"/>
          <p:nvPr>
            <p:ph type="title"/>
          </p:nvPr>
        </p:nvSpPr>
        <p:spPr>
          <a:xfrm>
            <a:off x="4225914" y="1678175"/>
            <a:ext cx="3838800" cy="1810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83" name="Google Shape;83;p24"/>
          <p:cNvSpPr txBox="1"/>
          <p:nvPr>
            <p:ph idx="1" type="subTitle"/>
          </p:nvPr>
        </p:nvSpPr>
        <p:spPr>
          <a:xfrm>
            <a:off x="4225914" y="3488425"/>
            <a:ext cx="3838800" cy="89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4" name="Google Shape;84;p24"/>
          <p:cNvSpPr/>
          <p:nvPr>
            <p:ph idx="2" type="pic"/>
          </p:nvPr>
        </p:nvSpPr>
        <p:spPr>
          <a:xfrm>
            <a:off x="0" y="0"/>
            <a:ext cx="3606000" cy="5143500"/>
          </a:xfrm>
          <a:prstGeom prst="rect">
            <a:avLst/>
          </a:prstGeom>
          <a:noFill/>
          <a:ln>
            <a:noFill/>
          </a:ln>
        </p:spPr>
      </p:sp>
      <p:grpSp>
        <p:nvGrpSpPr>
          <p:cNvPr id="85" name="Google Shape;85;p24"/>
          <p:cNvGrpSpPr/>
          <p:nvPr/>
        </p:nvGrpSpPr>
        <p:grpSpPr>
          <a:xfrm rot="1952492">
            <a:off x="6351430" y="-524477"/>
            <a:ext cx="1094447" cy="1094447"/>
            <a:chOff x="5095947" y="2193396"/>
            <a:chExt cx="1269603" cy="1269603"/>
          </a:xfrm>
        </p:grpSpPr>
        <p:grpSp>
          <p:nvGrpSpPr>
            <p:cNvPr id="86" name="Google Shape;86;p24"/>
            <p:cNvGrpSpPr/>
            <p:nvPr/>
          </p:nvGrpSpPr>
          <p:grpSpPr>
            <a:xfrm>
              <a:off x="5095947" y="2193396"/>
              <a:ext cx="1269603" cy="1269603"/>
              <a:chOff x="5095947" y="2193396"/>
              <a:chExt cx="1269603" cy="1269603"/>
            </a:xfrm>
          </p:grpSpPr>
          <p:sp>
            <p:nvSpPr>
              <p:cNvPr id="87" name="Google Shape;87;p24"/>
              <p:cNvSpPr/>
              <p:nvPr/>
            </p:nvSpPr>
            <p:spPr>
              <a:xfrm rot="-2700000">
                <a:off x="5281876" y="2379325"/>
                <a:ext cx="897745" cy="897745"/>
              </a:xfrm>
              <a:custGeom>
                <a:rect b="b" l="l" r="r" t="t"/>
                <a:pathLst>
                  <a:path extrusionOk="0" h="897246" w="897246">
                    <a:moveTo>
                      <a:pt x="897247" y="448623"/>
                    </a:moveTo>
                    <a:cubicBezTo>
                      <a:pt x="897247" y="696391"/>
                      <a:pt x="696391" y="897246"/>
                      <a:pt x="448623" y="897246"/>
                    </a:cubicBezTo>
                    <a:cubicBezTo>
                      <a:pt x="200855" y="897246"/>
                      <a:pt x="0" y="696391"/>
                      <a:pt x="0" y="448623"/>
                    </a:cubicBezTo>
                    <a:cubicBezTo>
                      <a:pt x="0" y="200855"/>
                      <a:pt x="200855" y="0"/>
                      <a:pt x="448623" y="0"/>
                    </a:cubicBezTo>
                    <a:cubicBezTo>
                      <a:pt x="696391" y="0"/>
                      <a:pt x="897247" y="200855"/>
                      <a:pt x="897247" y="448623"/>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 name="Google Shape;88;p24"/>
              <p:cNvSpPr/>
              <p:nvPr/>
            </p:nvSpPr>
            <p:spPr>
              <a:xfrm rot="-4620323">
                <a:off x="5331329" y="2428287"/>
                <a:ext cx="798696" cy="798696"/>
              </a:xfrm>
              <a:custGeom>
                <a:rect b="b" l="l" r="r" t="t"/>
                <a:pathLst>
                  <a:path extrusionOk="0" h="798197" w="798197">
                    <a:moveTo>
                      <a:pt x="798198" y="399099"/>
                    </a:moveTo>
                    <a:cubicBezTo>
                      <a:pt x="798198" y="619515"/>
                      <a:pt x="619515" y="798197"/>
                      <a:pt x="399099" y="798197"/>
                    </a:cubicBezTo>
                    <a:cubicBezTo>
                      <a:pt x="178683" y="798197"/>
                      <a:pt x="0" y="619515"/>
                      <a:pt x="0" y="399099"/>
                    </a:cubicBezTo>
                    <a:cubicBezTo>
                      <a:pt x="0" y="178683"/>
                      <a:pt x="178683" y="0"/>
                      <a:pt x="399099" y="0"/>
                    </a:cubicBezTo>
                    <a:cubicBezTo>
                      <a:pt x="619515" y="0"/>
                      <a:pt x="798198" y="178683"/>
                      <a:pt x="798198" y="399099"/>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24"/>
              <p:cNvSpPr/>
              <p:nvPr/>
            </p:nvSpPr>
            <p:spPr>
              <a:xfrm rot="-4620323">
                <a:off x="5360747" y="2457818"/>
                <a:ext cx="739582" cy="739582"/>
              </a:xfrm>
              <a:custGeom>
                <a:rect b="b" l="l" r="r" t="t"/>
                <a:pathLst>
                  <a:path extrusionOk="0" h="739120" w="739120">
                    <a:moveTo>
                      <a:pt x="739120" y="369560"/>
                    </a:moveTo>
                    <a:cubicBezTo>
                      <a:pt x="739120" y="573663"/>
                      <a:pt x="573663" y="739120"/>
                      <a:pt x="369560" y="739120"/>
                    </a:cubicBezTo>
                    <a:cubicBezTo>
                      <a:pt x="165458" y="739120"/>
                      <a:pt x="0" y="573663"/>
                      <a:pt x="0" y="369560"/>
                    </a:cubicBezTo>
                    <a:cubicBezTo>
                      <a:pt x="0" y="165458"/>
                      <a:pt x="165458" y="0"/>
                      <a:pt x="369560" y="0"/>
                    </a:cubicBezTo>
                    <a:cubicBezTo>
                      <a:pt x="573663" y="0"/>
                      <a:pt x="739120" y="165458"/>
                      <a:pt x="739120" y="36956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90" name="Google Shape;90;p24"/>
            <p:cNvGrpSpPr/>
            <p:nvPr/>
          </p:nvGrpSpPr>
          <p:grpSpPr>
            <a:xfrm>
              <a:off x="5390137" y="2486917"/>
              <a:ext cx="681162" cy="682110"/>
              <a:chOff x="5390137" y="2486917"/>
              <a:chExt cx="681162" cy="682110"/>
            </a:xfrm>
          </p:grpSpPr>
          <p:sp>
            <p:nvSpPr>
              <p:cNvPr id="91" name="Google Shape;91;p24"/>
              <p:cNvSpPr/>
              <p:nvPr/>
            </p:nvSpPr>
            <p:spPr>
              <a:xfrm>
                <a:off x="5735002" y="2487869"/>
                <a:ext cx="223855" cy="280006"/>
              </a:xfrm>
              <a:custGeom>
                <a:rect b="b" l="l" r="r" t="t"/>
                <a:pathLst>
                  <a:path extrusionOk="0" h="280006" w="223855">
                    <a:moveTo>
                      <a:pt x="43815" y="274380"/>
                    </a:moveTo>
                    <a:lnTo>
                      <a:pt x="217170" y="111503"/>
                    </a:lnTo>
                    <a:cubicBezTo>
                      <a:pt x="226695" y="102930"/>
                      <a:pt x="225742" y="87690"/>
                      <a:pt x="216217" y="80070"/>
                    </a:cubicBezTo>
                    <a:cubicBezTo>
                      <a:pt x="162877" y="35303"/>
                      <a:pt x="96202" y="5775"/>
                      <a:pt x="22860" y="60"/>
                    </a:cubicBezTo>
                    <a:cubicBezTo>
                      <a:pt x="10477" y="-892"/>
                      <a:pt x="0" y="9585"/>
                      <a:pt x="0" y="21968"/>
                    </a:cubicBezTo>
                    <a:lnTo>
                      <a:pt x="7620" y="260093"/>
                    </a:lnTo>
                    <a:cubicBezTo>
                      <a:pt x="8572" y="277238"/>
                      <a:pt x="30480" y="286763"/>
                      <a:pt x="43815" y="27438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 name="Google Shape;92;p24"/>
              <p:cNvSpPr/>
              <p:nvPr/>
            </p:nvSpPr>
            <p:spPr>
              <a:xfrm>
                <a:off x="5390137" y="2599354"/>
                <a:ext cx="280628" cy="223855"/>
              </a:xfrm>
              <a:custGeom>
                <a:rect b="b" l="l" r="r" t="t"/>
                <a:pathLst>
                  <a:path extrusionOk="0" h="223855" w="280628">
                    <a:moveTo>
                      <a:pt x="274380" y="180040"/>
                    </a:moveTo>
                    <a:lnTo>
                      <a:pt x="111503" y="6685"/>
                    </a:lnTo>
                    <a:cubicBezTo>
                      <a:pt x="102930" y="-2840"/>
                      <a:pt x="87690" y="-1887"/>
                      <a:pt x="80070" y="7638"/>
                    </a:cubicBezTo>
                    <a:cubicBezTo>
                      <a:pt x="35303" y="60978"/>
                      <a:pt x="5775" y="127653"/>
                      <a:pt x="60" y="200995"/>
                    </a:cubicBezTo>
                    <a:cubicBezTo>
                      <a:pt x="-892" y="213378"/>
                      <a:pt x="9585" y="223855"/>
                      <a:pt x="21968" y="223855"/>
                    </a:cubicBezTo>
                    <a:lnTo>
                      <a:pt x="260093" y="216235"/>
                    </a:lnTo>
                    <a:cubicBezTo>
                      <a:pt x="278190" y="215283"/>
                      <a:pt x="287715" y="193375"/>
                      <a:pt x="274380" y="18004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24"/>
              <p:cNvSpPr/>
              <p:nvPr/>
            </p:nvSpPr>
            <p:spPr>
              <a:xfrm>
                <a:off x="5791121" y="2599724"/>
                <a:ext cx="280178" cy="223484"/>
              </a:xfrm>
              <a:custGeom>
                <a:rect b="b" l="l" r="r" t="t"/>
                <a:pathLst>
                  <a:path extrusionOk="0" h="223484" w="280178">
                    <a:moveTo>
                      <a:pt x="280113" y="200625"/>
                    </a:moveTo>
                    <a:cubicBezTo>
                      <a:pt x="274398" y="127283"/>
                      <a:pt x="244871" y="59655"/>
                      <a:pt x="200103" y="7268"/>
                    </a:cubicBezTo>
                    <a:cubicBezTo>
                      <a:pt x="191531" y="-2257"/>
                      <a:pt x="177243" y="-2257"/>
                      <a:pt x="168671" y="6315"/>
                    </a:cubicBezTo>
                    <a:lnTo>
                      <a:pt x="5793" y="179670"/>
                    </a:lnTo>
                    <a:cubicBezTo>
                      <a:pt x="-6589" y="193005"/>
                      <a:pt x="1983" y="214913"/>
                      <a:pt x="21033" y="215865"/>
                    </a:cubicBezTo>
                    <a:lnTo>
                      <a:pt x="259158" y="223485"/>
                    </a:lnTo>
                    <a:cubicBezTo>
                      <a:pt x="271541" y="223485"/>
                      <a:pt x="281066" y="213008"/>
                      <a:pt x="280113" y="20062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 name="Google Shape;94;p24"/>
              <p:cNvSpPr/>
              <p:nvPr/>
            </p:nvSpPr>
            <p:spPr>
              <a:xfrm>
                <a:off x="5501992" y="2486917"/>
                <a:ext cx="223545" cy="280173"/>
              </a:xfrm>
              <a:custGeom>
                <a:rect b="b" l="l" r="r" t="t"/>
                <a:pathLst>
                  <a:path extrusionOk="0" h="280173" w="223545">
                    <a:moveTo>
                      <a:pt x="200625" y="60"/>
                    </a:moveTo>
                    <a:cubicBezTo>
                      <a:pt x="127283" y="5775"/>
                      <a:pt x="59655" y="35303"/>
                      <a:pt x="7268" y="80070"/>
                    </a:cubicBezTo>
                    <a:cubicBezTo>
                      <a:pt x="-2257" y="88643"/>
                      <a:pt x="-2257" y="102930"/>
                      <a:pt x="6315" y="111503"/>
                    </a:cubicBezTo>
                    <a:lnTo>
                      <a:pt x="179670" y="274380"/>
                    </a:lnTo>
                    <a:cubicBezTo>
                      <a:pt x="193005" y="286763"/>
                      <a:pt x="214913" y="278190"/>
                      <a:pt x="215865" y="259140"/>
                    </a:cubicBezTo>
                    <a:lnTo>
                      <a:pt x="223485" y="21015"/>
                    </a:lnTo>
                    <a:cubicBezTo>
                      <a:pt x="224438" y="9585"/>
                      <a:pt x="213960" y="-892"/>
                      <a:pt x="200625" y="6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24"/>
              <p:cNvSpPr/>
              <p:nvPr/>
            </p:nvSpPr>
            <p:spPr>
              <a:xfrm>
                <a:off x="5735002" y="2888191"/>
                <a:ext cx="223484" cy="280836"/>
              </a:xfrm>
              <a:custGeom>
                <a:rect b="b" l="l" r="r" t="t"/>
                <a:pathLst>
                  <a:path extrusionOk="0" h="280836" w="223484">
                    <a:moveTo>
                      <a:pt x="7620" y="20743"/>
                    </a:moveTo>
                    <a:lnTo>
                      <a:pt x="0" y="258868"/>
                    </a:lnTo>
                    <a:cubicBezTo>
                      <a:pt x="0" y="271251"/>
                      <a:pt x="10477" y="281728"/>
                      <a:pt x="22860" y="280776"/>
                    </a:cubicBezTo>
                    <a:cubicBezTo>
                      <a:pt x="96202" y="275061"/>
                      <a:pt x="163830" y="245533"/>
                      <a:pt x="216217" y="200766"/>
                    </a:cubicBezTo>
                    <a:cubicBezTo>
                      <a:pt x="225742" y="192193"/>
                      <a:pt x="225742" y="177906"/>
                      <a:pt x="217170" y="169333"/>
                    </a:cubicBezTo>
                    <a:lnTo>
                      <a:pt x="43815" y="6456"/>
                    </a:lnTo>
                    <a:cubicBezTo>
                      <a:pt x="30480" y="-6879"/>
                      <a:pt x="8572" y="1693"/>
                      <a:pt x="7620" y="20743"/>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 name="Google Shape;96;p24"/>
              <p:cNvSpPr/>
              <p:nvPr/>
            </p:nvSpPr>
            <p:spPr>
              <a:xfrm>
                <a:off x="5790335" y="2832734"/>
                <a:ext cx="280006" cy="223855"/>
              </a:xfrm>
              <a:custGeom>
                <a:rect b="b" l="l" r="r" t="t"/>
                <a:pathLst>
                  <a:path extrusionOk="0" h="223855" w="280006">
                    <a:moveTo>
                      <a:pt x="5627" y="43815"/>
                    </a:moveTo>
                    <a:lnTo>
                      <a:pt x="168504" y="217170"/>
                    </a:lnTo>
                    <a:cubicBezTo>
                      <a:pt x="177077" y="226695"/>
                      <a:pt x="192317" y="225743"/>
                      <a:pt x="199937" y="216218"/>
                    </a:cubicBezTo>
                    <a:cubicBezTo>
                      <a:pt x="244704" y="162878"/>
                      <a:pt x="274232" y="96203"/>
                      <a:pt x="279947" y="22860"/>
                    </a:cubicBezTo>
                    <a:cubicBezTo>
                      <a:pt x="280899" y="10478"/>
                      <a:pt x="270422" y="0"/>
                      <a:pt x="258039" y="0"/>
                    </a:cubicBezTo>
                    <a:lnTo>
                      <a:pt x="19914" y="7620"/>
                    </a:lnTo>
                    <a:cubicBezTo>
                      <a:pt x="2769" y="7620"/>
                      <a:pt x="-6756" y="30480"/>
                      <a:pt x="5627" y="4381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 name="Google Shape;97;p24"/>
              <p:cNvSpPr/>
              <p:nvPr/>
            </p:nvSpPr>
            <p:spPr>
              <a:xfrm>
                <a:off x="5390137" y="2832734"/>
                <a:ext cx="280628" cy="223485"/>
              </a:xfrm>
              <a:custGeom>
                <a:rect b="b" l="l" r="r" t="t"/>
                <a:pathLst>
                  <a:path extrusionOk="0" h="223485" w="280628">
                    <a:moveTo>
                      <a:pt x="260093" y="7620"/>
                    </a:moveTo>
                    <a:lnTo>
                      <a:pt x="21968" y="0"/>
                    </a:lnTo>
                    <a:cubicBezTo>
                      <a:pt x="9585" y="0"/>
                      <a:pt x="-892" y="10478"/>
                      <a:pt x="60" y="22860"/>
                    </a:cubicBezTo>
                    <a:cubicBezTo>
                      <a:pt x="5775" y="96203"/>
                      <a:pt x="35303" y="163830"/>
                      <a:pt x="80070" y="216218"/>
                    </a:cubicBezTo>
                    <a:cubicBezTo>
                      <a:pt x="88643" y="225743"/>
                      <a:pt x="102930" y="225743"/>
                      <a:pt x="111503" y="217170"/>
                    </a:cubicBezTo>
                    <a:lnTo>
                      <a:pt x="274380" y="43815"/>
                    </a:lnTo>
                    <a:cubicBezTo>
                      <a:pt x="287715" y="30480"/>
                      <a:pt x="278190" y="7620"/>
                      <a:pt x="260093" y="762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24"/>
              <p:cNvSpPr/>
              <p:nvPr/>
            </p:nvSpPr>
            <p:spPr>
              <a:xfrm>
                <a:off x="5502574" y="2887869"/>
                <a:ext cx="223855" cy="280205"/>
              </a:xfrm>
              <a:custGeom>
                <a:rect b="b" l="l" r="r" t="t"/>
                <a:pathLst>
                  <a:path extrusionOk="0" h="280205" w="223855">
                    <a:moveTo>
                      <a:pt x="180040" y="5825"/>
                    </a:moveTo>
                    <a:lnTo>
                      <a:pt x="6685" y="168703"/>
                    </a:lnTo>
                    <a:cubicBezTo>
                      <a:pt x="-2840" y="177275"/>
                      <a:pt x="-1887" y="192515"/>
                      <a:pt x="7638" y="200135"/>
                    </a:cubicBezTo>
                    <a:cubicBezTo>
                      <a:pt x="60978" y="244903"/>
                      <a:pt x="127653" y="274430"/>
                      <a:pt x="200995" y="280145"/>
                    </a:cubicBezTo>
                    <a:cubicBezTo>
                      <a:pt x="213378" y="281098"/>
                      <a:pt x="223855" y="270620"/>
                      <a:pt x="223855" y="258238"/>
                    </a:cubicBezTo>
                    <a:lnTo>
                      <a:pt x="216235" y="20113"/>
                    </a:lnTo>
                    <a:cubicBezTo>
                      <a:pt x="215283" y="2015"/>
                      <a:pt x="193375" y="-6557"/>
                      <a:pt x="180040" y="582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99" name="Google Shape;99;p24"/>
          <p:cNvGrpSpPr/>
          <p:nvPr/>
        </p:nvGrpSpPr>
        <p:grpSpPr>
          <a:xfrm>
            <a:off x="7122261" y="139976"/>
            <a:ext cx="297600" cy="297600"/>
            <a:chOff x="5261236" y="931976"/>
            <a:chExt cx="297600" cy="297600"/>
          </a:xfrm>
        </p:grpSpPr>
        <p:sp>
          <p:nvSpPr>
            <p:cNvPr id="100" name="Google Shape;100;p24"/>
            <p:cNvSpPr/>
            <p:nvPr/>
          </p:nvSpPr>
          <p:spPr>
            <a:xfrm flipH="1">
              <a:off x="5261236" y="931976"/>
              <a:ext cx="297600" cy="2976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101" name="Google Shape;101;p24"/>
            <p:cNvGrpSpPr/>
            <p:nvPr/>
          </p:nvGrpSpPr>
          <p:grpSpPr>
            <a:xfrm flipH="1" rot="-1389688">
              <a:off x="5388051" y="950579"/>
              <a:ext cx="116582" cy="143560"/>
              <a:chOff x="976372" y="467765"/>
              <a:chExt cx="287668" cy="313411"/>
            </a:xfrm>
          </p:grpSpPr>
          <p:sp>
            <p:nvSpPr>
              <p:cNvPr id="102" name="Google Shape;102;p24"/>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 name="Google Shape;103;p24"/>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04" name="Google Shape;104;p2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05" name="Shape 105"/>
        <p:cNvGrpSpPr/>
        <p:nvPr/>
      </p:nvGrpSpPr>
      <p:grpSpPr>
        <a:xfrm>
          <a:off x="0" y="0"/>
          <a:ext cx="0" cy="0"/>
          <a:chOff x="0" y="0"/>
          <a:chExt cx="0" cy="0"/>
        </a:xfrm>
      </p:grpSpPr>
      <p:sp>
        <p:nvSpPr>
          <p:cNvPr id="106" name="Google Shape;106;p25"/>
          <p:cNvSpPr/>
          <p:nvPr/>
        </p:nvSpPr>
        <p:spPr>
          <a:xfrm rot="-1868477">
            <a:off x="6298635" y="3167311"/>
            <a:ext cx="3886674" cy="3057729"/>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 name="Google Shape;107;p25"/>
          <p:cNvSpPr txBox="1"/>
          <p:nvPr>
            <p:ph type="title"/>
          </p:nvPr>
        </p:nvSpPr>
        <p:spPr>
          <a:xfrm>
            <a:off x="720000" y="1516663"/>
            <a:ext cx="2869200" cy="10932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8" name="Google Shape;108;p25"/>
          <p:cNvSpPr txBox="1"/>
          <p:nvPr>
            <p:ph idx="1" type="subTitle"/>
          </p:nvPr>
        </p:nvSpPr>
        <p:spPr>
          <a:xfrm>
            <a:off x="720000" y="2533638"/>
            <a:ext cx="2869200" cy="1093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9" name="Google Shape;109;p2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10" name="Shape 110"/>
        <p:cNvGrpSpPr/>
        <p:nvPr/>
      </p:nvGrpSpPr>
      <p:grpSpPr>
        <a:xfrm>
          <a:off x="0" y="0"/>
          <a:ext cx="0" cy="0"/>
          <a:chOff x="0" y="0"/>
          <a:chExt cx="0" cy="0"/>
        </a:xfrm>
      </p:grpSpPr>
      <p:sp>
        <p:nvSpPr>
          <p:cNvPr id="111" name="Google Shape;111;p26"/>
          <p:cNvSpPr/>
          <p:nvPr/>
        </p:nvSpPr>
        <p:spPr>
          <a:xfrm rot="1304240">
            <a:off x="-748331" y="3896209"/>
            <a:ext cx="5966918" cy="3352040"/>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 name="Google Shape;112;p26"/>
          <p:cNvSpPr txBox="1"/>
          <p:nvPr>
            <p:ph type="title"/>
          </p:nvPr>
        </p:nvSpPr>
        <p:spPr>
          <a:xfrm>
            <a:off x="5561575" y="1516663"/>
            <a:ext cx="2869200" cy="1093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3" name="Google Shape;113;p26"/>
          <p:cNvSpPr txBox="1"/>
          <p:nvPr>
            <p:ph idx="1" type="subTitle"/>
          </p:nvPr>
        </p:nvSpPr>
        <p:spPr>
          <a:xfrm>
            <a:off x="5561575" y="2533638"/>
            <a:ext cx="2869200" cy="1093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15" name="Shape 115"/>
        <p:cNvGrpSpPr/>
        <p:nvPr/>
      </p:nvGrpSpPr>
      <p:grpSpPr>
        <a:xfrm>
          <a:off x="0" y="0"/>
          <a:ext cx="0" cy="0"/>
          <a:chOff x="0" y="0"/>
          <a:chExt cx="0" cy="0"/>
        </a:xfrm>
      </p:grpSpPr>
      <p:sp>
        <p:nvSpPr>
          <p:cNvPr id="116" name="Google Shape;116;p27"/>
          <p:cNvSpPr txBox="1"/>
          <p:nvPr>
            <p:ph type="title"/>
          </p:nvPr>
        </p:nvSpPr>
        <p:spPr>
          <a:xfrm>
            <a:off x="720000" y="1516663"/>
            <a:ext cx="2869200" cy="10932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17" name="Google Shape;117;p27"/>
          <p:cNvSpPr txBox="1"/>
          <p:nvPr>
            <p:ph idx="1" type="subTitle"/>
          </p:nvPr>
        </p:nvSpPr>
        <p:spPr>
          <a:xfrm>
            <a:off x="720000" y="2533638"/>
            <a:ext cx="2869200" cy="10932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8" name="Google Shape;118;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19" name="Shape 119"/>
        <p:cNvGrpSpPr/>
        <p:nvPr/>
      </p:nvGrpSpPr>
      <p:grpSpPr>
        <a:xfrm>
          <a:off x="0" y="0"/>
          <a:ext cx="0" cy="0"/>
          <a:chOff x="0" y="0"/>
          <a:chExt cx="0" cy="0"/>
        </a:xfrm>
      </p:grpSpPr>
      <p:grpSp>
        <p:nvGrpSpPr>
          <p:cNvPr id="120" name="Google Shape;120;p28"/>
          <p:cNvGrpSpPr/>
          <p:nvPr/>
        </p:nvGrpSpPr>
        <p:grpSpPr>
          <a:xfrm flipH="1">
            <a:off x="-1960147" y="270770"/>
            <a:ext cx="13043076" cy="6086104"/>
            <a:chOff x="-1752937" y="270770"/>
            <a:chExt cx="13043076" cy="6086104"/>
          </a:xfrm>
        </p:grpSpPr>
        <p:sp>
          <p:nvSpPr>
            <p:cNvPr id="121" name="Google Shape;121;p28"/>
            <p:cNvSpPr/>
            <p:nvPr/>
          </p:nvSpPr>
          <p:spPr>
            <a:xfrm rot="4504115">
              <a:off x="-1521256" y="672507"/>
              <a:ext cx="2928584" cy="2729521"/>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 name="Google Shape;122;p28"/>
            <p:cNvSpPr/>
            <p:nvPr/>
          </p:nvSpPr>
          <p:spPr>
            <a:xfrm rot="-4249260">
              <a:off x="7980209" y="3083910"/>
              <a:ext cx="2992365" cy="2799842"/>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3" name="Google Shape;123;p28"/>
          <p:cNvGrpSpPr/>
          <p:nvPr/>
        </p:nvGrpSpPr>
        <p:grpSpPr>
          <a:xfrm rot="3292594">
            <a:off x="-90162" y="3342823"/>
            <a:ext cx="489636" cy="793514"/>
            <a:chOff x="7140892" y="3129915"/>
            <a:chExt cx="489585" cy="793431"/>
          </a:xfrm>
        </p:grpSpPr>
        <p:sp>
          <p:nvSpPr>
            <p:cNvPr id="124" name="Google Shape;124;p28"/>
            <p:cNvSpPr/>
            <p:nvPr/>
          </p:nvSpPr>
          <p:spPr>
            <a:xfrm>
              <a:off x="7140892" y="3272790"/>
              <a:ext cx="172402" cy="171450"/>
            </a:xfrm>
            <a:custGeom>
              <a:rect b="b" l="l" r="r" t="t"/>
              <a:pathLst>
                <a:path extrusionOk="0" h="171450" w="172402">
                  <a:moveTo>
                    <a:pt x="25717" y="85725"/>
                  </a:moveTo>
                  <a:lnTo>
                    <a:pt x="0" y="171450"/>
                  </a:lnTo>
                  <a:lnTo>
                    <a:pt x="85725" y="145732"/>
                  </a:lnTo>
                  <a:lnTo>
                    <a:pt x="172402" y="171450"/>
                  </a:lnTo>
                  <a:lnTo>
                    <a:pt x="146685" y="85725"/>
                  </a:lnTo>
                  <a:lnTo>
                    <a:pt x="172402" y="0"/>
                  </a:lnTo>
                  <a:lnTo>
                    <a:pt x="85725" y="2476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 name="Google Shape;125;p28"/>
            <p:cNvSpPr/>
            <p:nvPr/>
          </p:nvSpPr>
          <p:spPr>
            <a:xfrm>
              <a:off x="7381875" y="3673792"/>
              <a:ext cx="248602" cy="249554"/>
            </a:xfrm>
            <a:custGeom>
              <a:rect b="b" l="l" r="r" t="t"/>
              <a:pathLst>
                <a:path extrusionOk="0" h="249554" w="248602">
                  <a:moveTo>
                    <a:pt x="80010" y="80963"/>
                  </a:moveTo>
                  <a:lnTo>
                    <a:pt x="0" y="124777"/>
                  </a:lnTo>
                  <a:lnTo>
                    <a:pt x="80010" y="168592"/>
                  </a:lnTo>
                  <a:lnTo>
                    <a:pt x="123825" y="249555"/>
                  </a:lnTo>
                  <a:lnTo>
                    <a:pt x="167640" y="168592"/>
                  </a:lnTo>
                  <a:lnTo>
                    <a:pt x="248603" y="124777"/>
                  </a:lnTo>
                  <a:lnTo>
                    <a:pt x="167640" y="80963"/>
                  </a:lnTo>
                  <a:lnTo>
                    <a:pt x="12382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 name="Google Shape;126;p28"/>
            <p:cNvSpPr/>
            <p:nvPr/>
          </p:nvSpPr>
          <p:spPr>
            <a:xfrm>
              <a:off x="7407592" y="3129915"/>
              <a:ext cx="112394" cy="113347"/>
            </a:xfrm>
            <a:custGeom>
              <a:rect b="b" l="l" r="r" t="t"/>
              <a:pathLst>
                <a:path extrusionOk="0" h="113347" w="112394">
                  <a:moveTo>
                    <a:pt x="36195" y="36195"/>
                  </a:moveTo>
                  <a:lnTo>
                    <a:pt x="0" y="56197"/>
                  </a:lnTo>
                  <a:lnTo>
                    <a:pt x="36195" y="76200"/>
                  </a:lnTo>
                  <a:lnTo>
                    <a:pt x="56197" y="113347"/>
                  </a:lnTo>
                  <a:lnTo>
                    <a:pt x="76200" y="76200"/>
                  </a:lnTo>
                  <a:lnTo>
                    <a:pt x="112395" y="56197"/>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27" name="Google Shape;127;p28"/>
          <p:cNvGrpSpPr/>
          <p:nvPr/>
        </p:nvGrpSpPr>
        <p:grpSpPr>
          <a:xfrm flipH="1">
            <a:off x="8879945" y="2010277"/>
            <a:ext cx="345757" cy="673417"/>
            <a:chOff x="4561522" y="3229927"/>
            <a:chExt cx="345757" cy="673417"/>
          </a:xfrm>
        </p:grpSpPr>
        <p:sp>
          <p:nvSpPr>
            <p:cNvPr id="128" name="Google Shape;128;p28"/>
            <p:cNvSpPr/>
            <p:nvPr/>
          </p:nvSpPr>
          <p:spPr>
            <a:xfrm>
              <a:off x="4561522" y="3705225"/>
              <a:ext cx="198119" cy="198119"/>
            </a:xfrm>
            <a:custGeom>
              <a:rect b="b" l="l" r="r" t="t"/>
              <a:pathLst>
                <a:path extrusionOk="0" h="198119" w="198119">
                  <a:moveTo>
                    <a:pt x="28575" y="99060"/>
                  </a:moveTo>
                  <a:lnTo>
                    <a:pt x="0" y="198120"/>
                  </a:lnTo>
                  <a:lnTo>
                    <a:pt x="99060" y="169545"/>
                  </a:lnTo>
                  <a:lnTo>
                    <a:pt x="198120" y="198120"/>
                  </a:lnTo>
                  <a:lnTo>
                    <a:pt x="169545" y="99060"/>
                  </a:lnTo>
                  <a:lnTo>
                    <a:pt x="198120" y="0"/>
                  </a:lnTo>
                  <a:lnTo>
                    <a:pt x="99060" y="2857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 name="Google Shape;129;p28"/>
            <p:cNvSpPr/>
            <p:nvPr/>
          </p:nvSpPr>
          <p:spPr>
            <a:xfrm>
              <a:off x="4731067" y="3229927"/>
              <a:ext cx="176212" cy="176212"/>
            </a:xfrm>
            <a:custGeom>
              <a:rect b="b" l="l" r="r" t="t"/>
              <a:pathLst>
                <a:path extrusionOk="0" h="176212" w="176212">
                  <a:moveTo>
                    <a:pt x="56198" y="57150"/>
                  </a:moveTo>
                  <a:lnTo>
                    <a:pt x="0" y="88582"/>
                  </a:lnTo>
                  <a:lnTo>
                    <a:pt x="56198" y="119063"/>
                  </a:lnTo>
                  <a:lnTo>
                    <a:pt x="87630" y="176213"/>
                  </a:lnTo>
                  <a:lnTo>
                    <a:pt x="119063" y="119063"/>
                  </a:lnTo>
                  <a:lnTo>
                    <a:pt x="176213" y="88582"/>
                  </a:lnTo>
                  <a:lnTo>
                    <a:pt x="119063" y="57150"/>
                  </a:lnTo>
                  <a:lnTo>
                    <a:pt x="8763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 name="Google Shape;130;p28"/>
            <p:cNvSpPr/>
            <p:nvPr/>
          </p:nvSpPr>
          <p:spPr>
            <a:xfrm>
              <a:off x="4570095" y="3431857"/>
              <a:ext cx="112394" cy="112395"/>
            </a:xfrm>
            <a:custGeom>
              <a:rect b="b" l="l" r="r" t="t"/>
              <a:pathLst>
                <a:path extrusionOk="0" h="112395" w="112394">
                  <a:moveTo>
                    <a:pt x="36195" y="36195"/>
                  </a:moveTo>
                  <a:lnTo>
                    <a:pt x="0" y="56198"/>
                  </a:lnTo>
                  <a:lnTo>
                    <a:pt x="36195" y="76200"/>
                  </a:lnTo>
                  <a:lnTo>
                    <a:pt x="56197" y="112395"/>
                  </a:lnTo>
                  <a:lnTo>
                    <a:pt x="76200" y="76200"/>
                  </a:lnTo>
                  <a:lnTo>
                    <a:pt x="112395" y="56198"/>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31" name="Google Shape;131;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2" name="Google Shape;132;p28"/>
          <p:cNvSpPr txBox="1"/>
          <p:nvPr>
            <p:ph idx="1" type="subTitle"/>
          </p:nvPr>
        </p:nvSpPr>
        <p:spPr>
          <a:xfrm>
            <a:off x="4683154" y="3247523"/>
            <a:ext cx="26964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3" name="Google Shape;133;p28"/>
          <p:cNvSpPr txBox="1"/>
          <p:nvPr>
            <p:ph idx="2" type="subTitle"/>
          </p:nvPr>
        </p:nvSpPr>
        <p:spPr>
          <a:xfrm>
            <a:off x="1764446" y="3247523"/>
            <a:ext cx="2696400" cy="101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4" name="Google Shape;134;p28"/>
          <p:cNvSpPr txBox="1"/>
          <p:nvPr>
            <p:ph idx="3" type="subTitle"/>
          </p:nvPr>
        </p:nvSpPr>
        <p:spPr>
          <a:xfrm>
            <a:off x="1764446" y="2683700"/>
            <a:ext cx="2696400" cy="55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5" name="Google Shape;135;p28"/>
          <p:cNvSpPr txBox="1"/>
          <p:nvPr>
            <p:ph idx="4" type="subTitle"/>
          </p:nvPr>
        </p:nvSpPr>
        <p:spPr>
          <a:xfrm>
            <a:off x="4683154" y="2683700"/>
            <a:ext cx="2696400" cy="55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36" name="Google Shape;136;p2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37" name="Shape 137"/>
        <p:cNvGrpSpPr/>
        <p:nvPr/>
      </p:nvGrpSpPr>
      <p:grpSpPr>
        <a:xfrm>
          <a:off x="0" y="0"/>
          <a:ext cx="0" cy="0"/>
          <a:chOff x="0" y="0"/>
          <a:chExt cx="0" cy="0"/>
        </a:xfrm>
      </p:grpSpPr>
      <p:sp>
        <p:nvSpPr>
          <p:cNvPr id="138" name="Google Shape;138;p29"/>
          <p:cNvSpPr/>
          <p:nvPr/>
        </p:nvSpPr>
        <p:spPr>
          <a:xfrm rot="-1868477">
            <a:off x="6387010" y="3943061"/>
            <a:ext cx="3886674" cy="3057729"/>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29"/>
          <p:cNvSpPr/>
          <p:nvPr/>
        </p:nvSpPr>
        <p:spPr>
          <a:xfrm rot="1304240">
            <a:off x="-748331" y="3896209"/>
            <a:ext cx="5966918" cy="3352040"/>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40" name="Google Shape;140;p29"/>
          <p:cNvGrpSpPr/>
          <p:nvPr/>
        </p:nvGrpSpPr>
        <p:grpSpPr>
          <a:xfrm>
            <a:off x="4844408" y="3996257"/>
            <a:ext cx="1520288" cy="1520288"/>
            <a:chOff x="6791473" y="2473969"/>
            <a:chExt cx="1520288" cy="1520288"/>
          </a:xfrm>
        </p:grpSpPr>
        <p:grpSp>
          <p:nvGrpSpPr>
            <p:cNvPr id="141" name="Google Shape;141;p29"/>
            <p:cNvGrpSpPr/>
            <p:nvPr/>
          </p:nvGrpSpPr>
          <p:grpSpPr>
            <a:xfrm>
              <a:off x="6791473" y="2473969"/>
              <a:ext cx="1520288" cy="1520288"/>
              <a:chOff x="6791473" y="2473969"/>
              <a:chExt cx="1520288" cy="1520288"/>
            </a:xfrm>
          </p:grpSpPr>
          <p:sp>
            <p:nvSpPr>
              <p:cNvPr id="142" name="Google Shape;142;p29"/>
              <p:cNvSpPr/>
              <p:nvPr/>
            </p:nvSpPr>
            <p:spPr>
              <a:xfrm rot="-2700000">
                <a:off x="7014114" y="2696610"/>
                <a:ext cx="1075006" cy="1075006"/>
              </a:xfrm>
              <a:custGeom>
                <a:rect b="b" l="l" r="r" t="t"/>
                <a:pathLst>
                  <a:path extrusionOk="0" h="1074409" w="1074409">
                    <a:moveTo>
                      <a:pt x="1074410" y="537205"/>
                    </a:moveTo>
                    <a:cubicBezTo>
                      <a:pt x="1074410" y="833895"/>
                      <a:pt x="833895" y="1074410"/>
                      <a:pt x="537205" y="1074410"/>
                    </a:cubicBezTo>
                    <a:cubicBezTo>
                      <a:pt x="240515" y="1074410"/>
                      <a:pt x="0" y="833895"/>
                      <a:pt x="0" y="537205"/>
                    </a:cubicBezTo>
                    <a:cubicBezTo>
                      <a:pt x="0" y="240515"/>
                      <a:pt x="240515" y="0"/>
                      <a:pt x="537205" y="0"/>
                    </a:cubicBezTo>
                    <a:cubicBezTo>
                      <a:pt x="833895" y="0"/>
                      <a:pt x="1074410" y="240515"/>
                      <a:pt x="1074410" y="537205"/>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 name="Google Shape;143;p29"/>
              <p:cNvSpPr/>
              <p:nvPr/>
            </p:nvSpPr>
            <p:spPr>
              <a:xfrm rot="-587529">
                <a:off x="7339887" y="2748926"/>
                <a:ext cx="337026" cy="188506"/>
              </a:xfrm>
              <a:custGeom>
                <a:rect b="b" l="l" r="r" t="t"/>
                <a:pathLst>
                  <a:path extrusionOk="0" h="188589" w="337174">
                    <a:moveTo>
                      <a:pt x="337175" y="94295"/>
                    </a:moveTo>
                    <a:cubicBezTo>
                      <a:pt x="337175" y="146372"/>
                      <a:pt x="261696" y="188589"/>
                      <a:pt x="168587" y="188589"/>
                    </a:cubicBezTo>
                    <a:cubicBezTo>
                      <a:pt x="75479" y="188589"/>
                      <a:pt x="0" y="146372"/>
                      <a:pt x="0" y="94295"/>
                    </a:cubicBezTo>
                    <a:cubicBezTo>
                      <a:pt x="0" y="42217"/>
                      <a:pt x="75479" y="0"/>
                      <a:pt x="168587" y="0"/>
                    </a:cubicBezTo>
                    <a:cubicBezTo>
                      <a:pt x="261696" y="0"/>
                      <a:pt x="337175" y="42217"/>
                      <a:pt x="337175" y="94295"/>
                    </a:cubicBezTo>
                    <a:close/>
                  </a:path>
                </a:pathLst>
              </a:custGeom>
              <a:solidFill>
                <a:srgbClr val="FFFFFF">
                  <a:alpha val="4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4" name="Google Shape;144;p29"/>
            <p:cNvSpPr/>
            <p:nvPr/>
          </p:nvSpPr>
          <p:spPr>
            <a:xfrm>
              <a:off x="7841932" y="2804474"/>
              <a:ext cx="97956" cy="74933"/>
            </a:xfrm>
            <a:custGeom>
              <a:rect b="b" l="l" r="r" t="t"/>
              <a:pathLst>
                <a:path extrusionOk="0" h="74933" w="97956">
                  <a:moveTo>
                    <a:pt x="70485" y="74933"/>
                  </a:moveTo>
                  <a:cubicBezTo>
                    <a:pt x="23813" y="68266"/>
                    <a:pt x="0" y="33023"/>
                    <a:pt x="0" y="33023"/>
                  </a:cubicBezTo>
                  <a:cubicBezTo>
                    <a:pt x="0" y="33023"/>
                    <a:pt x="17145" y="11116"/>
                    <a:pt x="67628" y="638"/>
                  </a:cubicBezTo>
                  <a:cubicBezTo>
                    <a:pt x="88583" y="-4124"/>
                    <a:pt x="105728" y="18736"/>
                    <a:pt x="94298" y="36833"/>
                  </a:cubicBezTo>
                  <a:cubicBezTo>
                    <a:pt x="87630" y="47311"/>
                    <a:pt x="80010" y="59693"/>
                    <a:pt x="70485" y="74933"/>
                  </a:cubicBezTo>
                  <a:close/>
                </a:path>
              </a:pathLst>
            </a:custGeom>
            <a:solidFill>
              <a:schemeClr val="accent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45" name="Google Shape;145;p29"/>
          <p:cNvGrpSpPr/>
          <p:nvPr/>
        </p:nvGrpSpPr>
        <p:grpSpPr>
          <a:xfrm>
            <a:off x="261337" y="4172120"/>
            <a:ext cx="1165983" cy="1069194"/>
            <a:chOff x="261337" y="4172120"/>
            <a:chExt cx="1165983" cy="1069194"/>
          </a:xfrm>
        </p:grpSpPr>
        <p:grpSp>
          <p:nvGrpSpPr>
            <p:cNvPr id="146" name="Google Shape;146;p29"/>
            <p:cNvGrpSpPr/>
            <p:nvPr/>
          </p:nvGrpSpPr>
          <p:grpSpPr>
            <a:xfrm>
              <a:off x="261337" y="4172120"/>
              <a:ext cx="1165983" cy="1069194"/>
              <a:chOff x="3948112" y="2505470"/>
              <a:chExt cx="1165983" cy="1069194"/>
            </a:xfrm>
          </p:grpSpPr>
          <p:grpSp>
            <p:nvGrpSpPr>
              <p:cNvPr id="147" name="Google Shape;147;p29"/>
              <p:cNvGrpSpPr/>
              <p:nvPr/>
            </p:nvGrpSpPr>
            <p:grpSpPr>
              <a:xfrm>
                <a:off x="3948112" y="2529148"/>
                <a:ext cx="487679" cy="258819"/>
                <a:chOff x="3948112" y="2529148"/>
                <a:chExt cx="487679" cy="258819"/>
              </a:xfrm>
            </p:grpSpPr>
            <p:sp>
              <p:nvSpPr>
                <p:cNvPr id="148" name="Google Shape;148;p29"/>
                <p:cNvSpPr/>
                <p:nvPr/>
              </p:nvSpPr>
              <p:spPr>
                <a:xfrm>
                  <a:off x="4323397" y="2529840"/>
                  <a:ext cx="112394" cy="258127"/>
                </a:xfrm>
                <a:custGeom>
                  <a:rect b="b" l="l" r="r" t="t"/>
                  <a:pathLst>
                    <a:path extrusionOk="0" h="258127" w="112394">
                      <a:moveTo>
                        <a:pt x="112395" y="243840"/>
                      </a:moveTo>
                      <a:cubicBezTo>
                        <a:pt x="40005" y="164782"/>
                        <a:pt x="33338" y="0"/>
                        <a:pt x="33338" y="0"/>
                      </a:cubicBezTo>
                      <a:lnTo>
                        <a:pt x="0" y="25717"/>
                      </a:lnTo>
                      <a:cubicBezTo>
                        <a:pt x="22860" y="155257"/>
                        <a:pt x="55245" y="220027"/>
                        <a:pt x="90488" y="258127"/>
                      </a:cubicBezTo>
                      <a:cubicBezTo>
                        <a:pt x="97155" y="254317"/>
                        <a:pt x="104775" y="248602"/>
                        <a:pt x="112395" y="243840"/>
                      </a:cubicBezTo>
                      <a:close/>
                    </a:path>
                  </a:pathLst>
                </a:custGeom>
                <a:solidFill>
                  <a:schemeClr val="accent6"/>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 name="Google Shape;149;p29"/>
                <p:cNvSpPr/>
                <p:nvPr/>
              </p:nvSpPr>
              <p:spPr>
                <a:xfrm>
                  <a:off x="3948112" y="2529148"/>
                  <a:ext cx="420052" cy="204960"/>
                </a:xfrm>
                <a:custGeom>
                  <a:rect b="b" l="l" r="r" t="t"/>
                  <a:pathLst>
                    <a:path extrusionOk="0" h="204960" w="420052">
                      <a:moveTo>
                        <a:pt x="420053" y="155949"/>
                      </a:moveTo>
                      <a:cubicBezTo>
                        <a:pt x="420053" y="155949"/>
                        <a:pt x="199073" y="323589"/>
                        <a:pt x="0" y="38791"/>
                      </a:cubicBezTo>
                      <a:cubicBezTo>
                        <a:pt x="953" y="38791"/>
                        <a:pt x="288608" y="-103131"/>
                        <a:pt x="420053" y="155949"/>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50" name="Google Shape;150;p29"/>
              <p:cNvSpPr/>
              <p:nvPr/>
            </p:nvSpPr>
            <p:spPr>
              <a:xfrm>
                <a:off x="4012959" y="2505470"/>
                <a:ext cx="1101136" cy="1069194"/>
              </a:xfrm>
              <a:custGeom>
                <a:rect b="b" l="l" r="r" t="t"/>
                <a:pathLst>
                  <a:path extrusionOk="0" h="1069194" w="1101136">
                    <a:moveTo>
                      <a:pt x="789546" y="908290"/>
                    </a:moveTo>
                    <a:cubicBezTo>
                      <a:pt x="907656" y="839710"/>
                      <a:pt x="1013383" y="860665"/>
                      <a:pt x="1061961" y="753032"/>
                    </a:cubicBezTo>
                    <a:cubicBezTo>
                      <a:pt x="1191501" y="465377"/>
                      <a:pt x="980998" y="-30875"/>
                      <a:pt x="705726" y="1510"/>
                    </a:cubicBezTo>
                    <a:cubicBezTo>
                      <a:pt x="548563" y="19607"/>
                      <a:pt x="510463" y="151052"/>
                      <a:pt x="390448" y="221537"/>
                    </a:cubicBezTo>
                    <a:cubicBezTo>
                      <a:pt x="269481" y="292022"/>
                      <a:pt x="137083" y="259637"/>
                      <a:pt x="43738" y="387272"/>
                    </a:cubicBezTo>
                    <a:cubicBezTo>
                      <a:pt x="-120092" y="611110"/>
                      <a:pt x="206616" y="1038782"/>
                      <a:pt x="521893" y="1068310"/>
                    </a:cubicBezTo>
                    <a:cubicBezTo>
                      <a:pt x="637146" y="1079740"/>
                      <a:pt x="670483" y="977822"/>
                      <a:pt x="789546" y="90829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51" name="Google Shape;151;p29"/>
            <p:cNvSpPr/>
            <p:nvPr/>
          </p:nvSpPr>
          <p:spPr>
            <a:xfrm>
              <a:off x="1006082" y="4254091"/>
              <a:ext cx="197181" cy="201748"/>
            </a:xfrm>
            <a:custGeom>
              <a:rect b="b" l="l" r="r" t="t"/>
              <a:pathLst>
                <a:path extrusionOk="0" h="201748" w="197181">
                  <a:moveTo>
                    <a:pt x="179077" y="186123"/>
                  </a:moveTo>
                  <a:cubicBezTo>
                    <a:pt x="147645" y="215651"/>
                    <a:pt x="85732" y="202316"/>
                    <a:pt x="41917" y="154691"/>
                  </a:cubicBezTo>
                  <a:cubicBezTo>
                    <a:pt x="-2850" y="108018"/>
                    <a:pt x="-13328" y="45153"/>
                    <a:pt x="18105" y="15626"/>
                  </a:cubicBezTo>
                  <a:cubicBezTo>
                    <a:pt x="49537" y="-13902"/>
                    <a:pt x="111450" y="-567"/>
                    <a:pt x="155265" y="47058"/>
                  </a:cubicBezTo>
                  <a:cubicBezTo>
                    <a:pt x="200032" y="93731"/>
                    <a:pt x="210510" y="155643"/>
                    <a:pt x="179077" y="186123"/>
                  </a:cubicBezTo>
                  <a:close/>
                </a:path>
              </a:pathLst>
            </a:custGeom>
            <a:solidFill>
              <a:srgbClr val="FFFFFF">
                <a:alpha val="4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2" name="Google Shape;152;p29"/>
          <p:cNvGrpSpPr/>
          <p:nvPr/>
        </p:nvGrpSpPr>
        <p:grpSpPr>
          <a:xfrm>
            <a:off x="2699977" y="4130727"/>
            <a:ext cx="847335" cy="1241377"/>
            <a:chOff x="2052277" y="3902127"/>
            <a:chExt cx="847335" cy="1241377"/>
          </a:xfrm>
        </p:grpSpPr>
        <p:grpSp>
          <p:nvGrpSpPr>
            <p:cNvPr id="153" name="Google Shape;153;p29"/>
            <p:cNvGrpSpPr/>
            <p:nvPr/>
          </p:nvGrpSpPr>
          <p:grpSpPr>
            <a:xfrm>
              <a:off x="2052277" y="3902127"/>
              <a:ext cx="847318" cy="1237567"/>
              <a:chOff x="5961424" y="2801302"/>
              <a:chExt cx="847318" cy="1237567"/>
            </a:xfrm>
          </p:grpSpPr>
          <p:sp>
            <p:nvSpPr>
              <p:cNvPr id="154" name="Google Shape;154;p29"/>
              <p:cNvSpPr/>
              <p:nvPr/>
            </p:nvSpPr>
            <p:spPr>
              <a:xfrm>
                <a:off x="6425581" y="2801302"/>
                <a:ext cx="226611" cy="394334"/>
              </a:xfrm>
              <a:custGeom>
                <a:rect b="b" l="l" r="r" t="t"/>
                <a:pathLst>
                  <a:path extrusionOk="0" h="394334" w="226611">
                    <a:moveTo>
                      <a:pt x="24749" y="0"/>
                    </a:moveTo>
                    <a:cubicBezTo>
                      <a:pt x="24749" y="0"/>
                      <a:pt x="296212" y="58102"/>
                      <a:pt x="209534" y="394335"/>
                    </a:cubicBezTo>
                    <a:cubicBezTo>
                      <a:pt x="209534" y="394335"/>
                      <a:pt x="-85741" y="268605"/>
                      <a:pt x="24749" y="0"/>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 name="Google Shape;155;p29"/>
              <p:cNvSpPr/>
              <p:nvPr/>
            </p:nvSpPr>
            <p:spPr>
              <a:xfrm>
                <a:off x="5961424" y="3111547"/>
                <a:ext cx="847318" cy="927322"/>
              </a:xfrm>
              <a:custGeom>
                <a:rect b="b" l="l" r="r" t="t"/>
                <a:pathLst>
                  <a:path extrusionOk="0" h="927322" w="847318">
                    <a:moveTo>
                      <a:pt x="731793" y="694642"/>
                    </a:moveTo>
                    <a:cubicBezTo>
                      <a:pt x="839426" y="550815"/>
                      <a:pt x="881335" y="419370"/>
                      <a:pt x="816566" y="250777"/>
                    </a:cubicBezTo>
                    <a:cubicBezTo>
                      <a:pt x="751795" y="82185"/>
                      <a:pt x="823233" y="66945"/>
                      <a:pt x="758463" y="17415"/>
                    </a:cubicBezTo>
                    <a:cubicBezTo>
                      <a:pt x="692741" y="-32115"/>
                      <a:pt x="698456" y="41227"/>
                      <a:pt x="518433" y="26940"/>
                    </a:cubicBezTo>
                    <a:cubicBezTo>
                      <a:pt x="338410" y="11700"/>
                      <a:pt x="223158" y="89805"/>
                      <a:pt x="115525" y="232680"/>
                    </a:cubicBezTo>
                    <a:cubicBezTo>
                      <a:pt x="7893" y="376507"/>
                      <a:pt x="-34017" y="507952"/>
                      <a:pt x="30753" y="676545"/>
                    </a:cubicBezTo>
                    <a:cubicBezTo>
                      <a:pt x="95523" y="845137"/>
                      <a:pt x="24085" y="860377"/>
                      <a:pt x="88855" y="909907"/>
                    </a:cubicBezTo>
                    <a:cubicBezTo>
                      <a:pt x="154578" y="959437"/>
                      <a:pt x="148863" y="886095"/>
                      <a:pt x="328885" y="900382"/>
                    </a:cubicBezTo>
                    <a:cubicBezTo>
                      <a:pt x="509860" y="915622"/>
                      <a:pt x="624160" y="838470"/>
                      <a:pt x="731793" y="694642"/>
                    </a:cubicBezTo>
                    <a:lnTo>
                      <a:pt x="731793" y="694642"/>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56" name="Google Shape;156;p29"/>
            <p:cNvSpPr/>
            <p:nvPr/>
          </p:nvSpPr>
          <p:spPr>
            <a:xfrm>
              <a:off x="2106859" y="4413620"/>
              <a:ext cx="792753" cy="729884"/>
            </a:xfrm>
            <a:custGeom>
              <a:rect b="b" l="l" r="r" t="t"/>
              <a:pathLst>
                <a:path extrusionOk="0" h="729884" w="792753">
                  <a:moveTo>
                    <a:pt x="762000" y="52388"/>
                  </a:moveTo>
                  <a:cubicBezTo>
                    <a:pt x="754380" y="32385"/>
                    <a:pt x="748665" y="15240"/>
                    <a:pt x="744855" y="0"/>
                  </a:cubicBezTo>
                  <a:cubicBezTo>
                    <a:pt x="745808" y="5715"/>
                    <a:pt x="746760" y="11430"/>
                    <a:pt x="747713" y="18097"/>
                  </a:cubicBezTo>
                  <a:cubicBezTo>
                    <a:pt x="782003" y="195262"/>
                    <a:pt x="718185" y="318135"/>
                    <a:pt x="587693" y="441008"/>
                  </a:cubicBezTo>
                  <a:lnTo>
                    <a:pt x="587693" y="441008"/>
                  </a:lnTo>
                  <a:cubicBezTo>
                    <a:pt x="457200" y="563880"/>
                    <a:pt x="330518" y="620077"/>
                    <a:pt x="155258" y="574358"/>
                  </a:cubicBezTo>
                  <a:cubicBezTo>
                    <a:pt x="75248" y="553402"/>
                    <a:pt x="30480" y="557212"/>
                    <a:pt x="0" y="561975"/>
                  </a:cubicBezTo>
                  <a:cubicBezTo>
                    <a:pt x="17145" y="654368"/>
                    <a:pt x="-18097" y="672465"/>
                    <a:pt x="34290" y="712470"/>
                  </a:cubicBezTo>
                  <a:cubicBezTo>
                    <a:pt x="100013" y="762000"/>
                    <a:pt x="94298" y="688658"/>
                    <a:pt x="274320" y="702945"/>
                  </a:cubicBezTo>
                  <a:cubicBezTo>
                    <a:pt x="454343" y="718185"/>
                    <a:pt x="569595" y="640080"/>
                    <a:pt x="677228" y="497205"/>
                  </a:cubicBezTo>
                  <a:lnTo>
                    <a:pt x="677228" y="497205"/>
                  </a:lnTo>
                  <a:cubicBezTo>
                    <a:pt x="784860" y="352425"/>
                    <a:pt x="826770" y="220980"/>
                    <a:pt x="762000" y="52388"/>
                  </a:cubicBezTo>
                  <a:close/>
                </a:path>
              </a:pathLst>
            </a:custGeom>
            <a:solidFill>
              <a:srgbClr val="191919">
                <a:alpha val="39607"/>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57" name="Google Shape;157;p29"/>
          <p:cNvGrpSpPr/>
          <p:nvPr/>
        </p:nvGrpSpPr>
        <p:grpSpPr>
          <a:xfrm>
            <a:off x="7233107" y="4189283"/>
            <a:ext cx="1515010" cy="1112102"/>
            <a:chOff x="6270424" y="1833307"/>
            <a:chExt cx="1515010" cy="1112102"/>
          </a:xfrm>
        </p:grpSpPr>
        <p:grpSp>
          <p:nvGrpSpPr>
            <p:cNvPr id="158" name="Google Shape;158;p29"/>
            <p:cNvGrpSpPr/>
            <p:nvPr/>
          </p:nvGrpSpPr>
          <p:grpSpPr>
            <a:xfrm>
              <a:off x="6270424" y="1833307"/>
              <a:ext cx="1515010" cy="1112102"/>
              <a:chOff x="4003774" y="1288732"/>
              <a:chExt cx="1515010" cy="1112102"/>
            </a:xfrm>
          </p:grpSpPr>
          <p:sp>
            <p:nvSpPr>
              <p:cNvPr id="159" name="Google Shape;159;p29"/>
              <p:cNvSpPr/>
              <p:nvPr/>
            </p:nvSpPr>
            <p:spPr>
              <a:xfrm>
                <a:off x="4003774" y="1288732"/>
                <a:ext cx="1515010" cy="1112102"/>
              </a:xfrm>
              <a:custGeom>
                <a:rect b="b" l="l" r="r" t="t"/>
                <a:pathLst>
                  <a:path extrusionOk="0" h="1112102" w="1515010">
                    <a:moveTo>
                      <a:pt x="68163" y="0"/>
                    </a:moveTo>
                    <a:cubicBezTo>
                      <a:pt x="-109002" y="400050"/>
                      <a:pt x="71020" y="866775"/>
                      <a:pt x="471070" y="1043940"/>
                    </a:cubicBezTo>
                    <a:cubicBezTo>
                      <a:pt x="871121" y="1221105"/>
                      <a:pt x="1337846" y="1041083"/>
                      <a:pt x="1515010" y="641033"/>
                    </a:cubicBezTo>
                    <a:lnTo>
                      <a:pt x="68163" y="0"/>
                    </a:ln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 name="Google Shape;160;p29"/>
              <p:cNvSpPr/>
              <p:nvPr/>
            </p:nvSpPr>
            <p:spPr>
              <a:xfrm>
                <a:off x="4113377" y="1332547"/>
                <a:ext cx="1305394" cy="958684"/>
              </a:xfrm>
              <a:custGeom>
                <a:rect b="b" l="l" r="r" t="t"/>
                <a:pathLst>
                  <a:path extrusionOk="0" h="958684" w="1305394">
                    <a:moveTo>
                      <a:pt x="58572" y="0"/>
                    </a:moveTo>
                    <a:cubicBezTo>
                      <a:pt x="-93828" y="343853"/>
                      <a:pt x="61430" y="746760"/>
                      <a:pt x="405282" y="900113"/>
                    </a:cubicBezTo>
                    <a:cubicBezTo>
                      <a:pt x="749135" y="1052513"/>
                      <a:pt x="1152042" y="897255"/>
                      <a:pt x="1305395" y="553403"/>
                    </a:cubicBezTo>
                    <a:lnTo>
                      <a:pt x="58572"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61" name="Google Shape;161;p29"/>
            <p:cNvGrpSpPr/>
            <p:nvPr/>
          </p:nvGrpSpPr>
          <p:grpSpPr>
            <a:xfrm>
              <a:off x="6418597" y="1893315"/>
              <a:ext cx="1231582" cy="903922"/>
              <a:chOff x="4151947" y="1348740"/>
              <a:chExt cx="1231582" cy="903922"/>
            </a:xfrm>
          </p:grpSpPr>
          <p:sp>
            <p:nvSpPr>
              <p:cNvPr id="162" name="Google Shape;162;p29"/>
              <p:cNvSpPr/>
              <p:nvPr/>
            </p:nvSpPr>
            <p:spPr>
              <a:xfrm>
                <a:off x="4151947" y="1348740"/>
                <a:ext cx="1231582" cy="903922"/>
              </a:xfrm>
              <a:custGeom>
                <a:rect b="b" l="l" r="r" t="t"/>
                <a:pathLst>
                  <a:path extrusionOk="0" h="903922" w="1231582">
                    <a:moveTo>
                      <a:pt x="55245" y="0"/>
                    </a:moveTo>
                    <a:cubicBezTo>
                      <a:pt x="-88582" y="324802"/>
                      <a:pt x="58103" y="704850"/>
                      <a:pt x="382905" y="848677"/>
                    </a:cubicBezTo>
                    <a:cubicBezTo>
                      <a:pt x="707708" y="992505"/>
                      <a:pt x="1087755" y="845820"/>
                      <a:pt x="1231583" y="521018"/>
                    </a:cubicBezTo>
                    <a:lnTo>
                      <a:pt x="55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29"/>
              <p:cNvSpPr/>
              <p:nvPr/>
            </p:nvSpPr>
            <p:spPr>
              <a:xfrm>
                <a:off x="4294457" y="1489345"/>
                <a:ext cx="73119" cy="44544"/>
              </a:xfrm>
              <a:custGeom>
                <a:rect b="b" l="l" r="r" t="t"/>
                <a:pathLst>
                  <a:path extrusionOk="0" h="44544" w="73119">
                    <a:moveTo>
                      <a:pt x="365" y="30845"/>
                    </a:moveTo>
                    <a:lnTo>
                      <a:pt x="365" y="28940"/>
                    </a:lnTo>
                    <a:cubicBezTo>
                      <a:pt x="-1540" y="19415"/>
                      <a:pt x="4175" y="10842"/>
                      <a:pt x="13700" y="8937"/>
                    </a:cubicBezTo>
                    <a:lnTo>
                      <a:pt x="52753" y="365"/>
                    </a:lnTo>
                    <a:cubicBezTo>
                      <a:pt x="62278" y="-1540"/>
                      <a:pt x="70850" y="4175"/>
                      <a:pt x="72755" y="13700"/>
                    </a:cubicBezTo>
                    <a:lnTo>
                      <a:pt x="72755" y="15605"/>
                    </a:lnTo>
                    <a:cubicBezTo>
                      <a:pt x="74660" y="25130"/>
                      <a:pt x="68945" y="33703"/>
                      <a:pt x="59420" y="35607"/>
                    </a:cubicBezTo>
                    <a:lnTo>
                      <a:pt x="20367" y="44180"/>
                    </a:lnTo>
                    <a:cubicBezTo>
                      <a:pt x="10842" y="46085"/>
                      <a:pt x="2270" y="40370"/>
                      <a:pt x="365" y="30845"/>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29"/>
              <p:cNvSpPr/>
              <p:nvPr/>
            </p:nvSpPr>
            <p:spPr>
              <a:xfrm>
                <a:off x="4415263" y="1686351"/>
                <a:ext cx="65822" cy="59445"/>
              </a:xfrm>
              <a:custGeom>
                <a:rect b="b" l="l" r="r" t="t"/>
                <a:pathLst>
                  <a:path extrusionOk="0" h="59445" w="65822">
                    <a:moveTo>
                      <a:pt x="4336" y="52914"/>
                    </a:moveTo>
                    <a:lnTo>
                      <a:pt x="3384" y="51009"/>
                    </a:lnTo>
                    <a:cubicBezTo>
                      <a:pt x="-2331" y="43389"/>
                      <a:pt x="-426" y="32911"/>
                      <a:pt x="6241" y="27196"/>
                    </a:cubicBezTo>
                    <a:lnTo>
                      <a:pt x="37674" y="3384"/>
                    </a:lnTo>
                    <a:cubicBezTo>
                      <a:pt x="45294" y="-2331"/>
                      <a:pt x="55771" y="-426"/>
                      <a:pt x="61486" y="6241"/>
                    </a:cubicBezTo>
                    <a:lnTo>
                      <a:pt x="62439" y="8146"/>
                    </a:lnTo>
                    <a:cubicBezTo>
                      <a:pt x="68154" y="15766"/>
                      <a:pt x="66249" y="26244"/>
                      <a:pt x="59581" y="31959"/>
                    </a:cubicBezTo>
                    <a:lnTo>
                      <a:pt x="28149" y="55771"/>
                    </a:lnTo>
                    <a:cubicBezTo>
                      <a:pt x="20529" y="61486"/>
                      <a:pt x="10051" y="60534"/>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 name="Google Shape;165;p29"/>
              <p:cNvSpPr/>
              <p:nvPr/>
            </p:nvSpPr>
            <p:spPr>
              <a:xfrm>
                <a:off x="4661008" y="1770171"/>
                <a:ext cx="65822" cy="59155"/>
              </a:xfrm>
              <a:custGeom>
                <a:rect b="b" l="l" r="r" t="t"/>
                <a:pathLst>
                  <a:path extrusionOk="0" h="59155" w="65822">
                    <a:moveTo>
                      <a:pt x="4336" y="52914"/>
                    </a:moveTo>
                    <a:lnTo>
                      <a:pt x="3384" y="51009"/>
                    </a:lnTo>
                    <a:cubicBezTo>
                      <a:pt x="-2331" y="43389"/>
                      <a:pt x="-426" y="32911"/>
                      <a:pt x="6241" y="27196"/>
                    </a:cubicBezTo>
                    <a:lnTo>
                      <a:pt x="37674" y="3384"/>
                    </a:lnTo>
                    <a:cubicBezTo>
                      <a:pt x="45294" y="-2331"/>
                      <a:pt x="55771" y="-426"/>
                      <a:pt x="61486" y="6241"/>
                    </a:cubicBezTo>
                    <a:lnTo>
                      <a:pt x="62439" y="8146"/>
                    </a:lnTo>
                    <a:cubicBezTo>
                      <a:pt x="68154" y="15766"/>
                      <a:pt x="66249" y="26244"/>
                      <a:pt x="59581" y="31959"/>
                    </a:cubicBezTo>
                    <a:lnTo>
                      <a:pt x="28149" y="55771"/>
                    </a:lnTo>
                    <a:cubicBezTo>
                      <a:pt x="21481" y="61486"/>
                      <a:pt x="10051" y="59581"/>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29"/>
              <p:cNvSpPr/>
              <p:nvPr/>
            </p:nvSpPr>
            <p:spPr>
              <a:xfrm>
                <a:off x="5160118" y="1856848"/>
                <a:ext cx="65822" cy="59847"/>
              </a:xfrm>
              <a:custGeom>
                <a:rect b="b" l="l" r="r" t="t"/>
                <a:pathLst>
                  <a:path extrusionOk="0" h="59847" w="65822">
                    <a:moveTo>
                      <a:pt x="4336" y="52914"/>
                    </a:moveTo>
                    <a:lnTo>
                      <a:pt x="3384" y="51009"/>
                    </a:lnTo>
                    <a:cubicBezTo>
                      <a:pt x="-2331" y="43389"/>
                      <a:pt x="-426" y="32911"/>
                      <a:pt x="6241" y="27196"/>
                    </a:cubicBezTo>
                    <a:lnTo>
                      <a:pt x="37674" y="3384"/>
                    </a:lnTo>
                    <a:cubicBezTo>
                      <a:pt x="45294" y="-2331"/>
                      <a:pt x="55772" y="-426"/>
                      <a:pt x="61486" y="6241"/>
                    </a:cubicBezTo>
                    <a:lnTo>
                      <a:pt x="62439" y="8146"/>
                    </a:lnTo>
                    <a:cubicBezTo>
                      <a:pt x="68154" y="15766"/>
                      <a:pt x="66249" y="26244"/>
                      <a:pt x="59581" y="31959"/>
                    </a:cubicBezTo>
                    <a:lnTo>
                      <a:pt x="28149" y="55771"/>
                    </a:lnTo>
                    <a:cubicBezTo>
                      <a:pt x="20529" y="62439"/>
                      <a:pt x="10051" y="60534"/>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29"/>
              <p:cNvSpPr/>
              <p:nvPr/>
            </p:nvSpPr>
            <p:spPr>
              <a:xfrm>
                <a:off x="4450609" y="1545484"/>
                <a:ext cx="67521" cy="55139"/>
              </a:xfrm>
              <a:custGeom>
                <a:rect b="b" l="l" r="r" t="t"/>
                <a:pathLst>
                  <a:path extrusionOk="0" h="55139" w="67521">
                    <a:moveTo>
                      <a:pt x="2328" y="9948"/>
                    </a:moveTo>
                    <a:lnTo>
                      <a:pt x="3281" y="8043"/>
                    </a:lnTo>
                    <a:cubicBezTo>
                      <a:pt x="8043" y="423"/>
                      <a:pt x="18521" y="-2434"/>
                      <a:pt x="26141" y="2328"/>
                    </a:cubicBezTo>
                    <a:lnTo>
                      <a:pt x="59478" y="22331"/>
                    </a:lnTo>
                    <a:cubicBezTo>
                      <a:pt x="67098" y="27093"/>
                      <a:pt x="69956" y="37571"/>
                      <a:pt x="65193" y="45191"/>
                    </a:cubicBezTo>
                    <a:lnTo>
                      <a:pt x="64241" y="47096"/>
                    </a:lnTo>
                    <a:cubicBezTo>
                      <a:pt x="59478" y="54716"/>
                      <a:pt x="49001" y="57573"/>
                      <a:pt x="41381" y="52811"/>
                    </a:cubicBezTo>
                    <a:lnTo>
                      <a:pt x="8043" y="32808"/>
                    </a:lnTo>
                    <a:cubicBezTo>
                      <a:pt x="423" y="28046"/>
                      <a:pt x="-2434" y="17568"/>
                      <a:pt x="2328" y="9948"/>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29"/>
              <p:cNvSpPr/>
              <p:nvPr/>
            </p:nvSpPr>
            <p:spPr>
              <a:xfrm>
                <a:off x="4643062" y="1626494"/>
                <a:ext cx="71235" cy="50843"/>
              </a:xfrm>
              <a:custGeom>
                <a:rect b="b" l="l" r="r" t="t"/>
                <a:pathLst>
                  <a:path extrusionOk="0" h="50843" w="71235">
                    <a:moveTo>
                      <a:pt x="2280" y="40380"/>
                    </a:moveTo>
                    <a:lnTo>
                      <a:pt x="1328" y="38475"/>
                    </a:lnTo>
                    <a:cubicBezTo>
                      <a:pt x="-2482" y="29903"/>
                      <a:pt x="2280" y="20378"/>
                      <a:pt x="10853" y="16568"/>
                    </a:cubicBezTo>
                    <a:lnTo>
                      <a:pt x="47048" y="1328"/>
                    </a:lnTo>
                    <a:cubicBezTo>
                      <a:pt x="55620" y="-2482"/>
                      <a:pt x="65145" y="2280"/>
                      <a:pt x="68955" y="10853"/>
                    </a:cubicBezTo>
                    <a:lnTo>
                      <a:pt x="69908" y="12758"/>
                    </a:lnTo>
                    <a:cubicBezTo>
                      <a:pt x="73718" y="21330"/>
                      <a:pt x="68955" y="30855"/>
                      <a:pt x="60383" y="34665"/>
                    </a:cubicBezTo>
                    <a:lnTo>
                      <a:pt x="24188" y="49905"/>
                    </a:lnTo>
                    <a:cubicBezTo>
                      <a:pt x="15615" y="52763"/>
                      <a:pt x="6090" y="48953"/>
                      <a:pt x="2280" y="4038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29"/>
              <p:cNvSpPr/>
              <p:nvPr/>
            </p:nvSpPr>
            <p:spPr>
              <a:xfrm>
                <a:off x="4823588" y="1696531"/>
                <a:ext cx="47286" cy="73084"/>
              </a:xfrm>
              <a:custGeom>
                <a:rect b="b" l="l" r="r" t="t"/>
                <a:pathLst>
                  <a:path extrusionOk="0" h="73084" w="47286">
                    <a:moveTo>
                      <a:pt x="35114" y="71309"/>
                    </a:moveTo>
                    <a:lnTo>
                      <a:pt x="33209" y="72261"/>
                    </a:lnTo>
                    <a:cubicBezTo>
                      <a:pt x="24636" y="75119"/>
                      <a:pt x="15111" y="70356"/>
                      <a:pt x="12254" y="60831"/>
                    </a:cubicBezTo>
                    <a:lnTo>
                      <a:pt x="824" y="22731"/>
                    </a:lnTo>
                    <a:cubicBezTo>
                      <a:pt x="-2034" y="14159"/>
                      <a:pt x="2729" y="4634"/>
                      <a:pt x="12254" y="1776"/>
                    </a:cubicBezTo>
                    <a:lnTo>
                      <a:pt x="14159" y="824"/>
                    </a:lnTo>
                    <a:cubicBezTo>
                      <a:pt x="22731" y="-2034"/>
                      <a:pt x="32256" y="2729"/>
                      <a:pt x="35114" y="12254"/>
                    </a:cubicBezTo>
                    <a:lnTo>
                      <a:pt x="46544" y="50354"/>
                    </a:lnTo>
                    <a:cubicBezTo>
                      <a:pt x="49401" y="59879"/>
                      <a:pt x="43686" y="69404"/>
                      <a:pt x="35114" y="71309"/>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 name="Google Shape;170;p29"/>
              <p:cNvSpPr/>
              <p:nvPr/>
            </p:nvSpPr>
            <p:spPr>
              <a:xfrm>
                <a:off x="4290931" y="1646791"/>
                <a:ext cx="42071" cy="78275"/>
              </a:xfrm>
              <a:custGeom>
                <a:rect b="b" l="l" r="r" t="t"/>
                <a:pathLst>
                  <a:path extrusionOk="0" h="78275" w="42071">
                    <a:moveTo>
                      <a:pt x="18178" y="78186"/>
                    </a:moveTo>
                    <a:lnTo>
                      <a:pt x="16273" y="78186"/>
                    </a:lnTo>
                    <a:cubicBezTo>
                      <a:pt x="6748" y="77233"/>
                      <a:pt x="-872" y="68661"/>
                      <a:pt x="81" y="58183"/>
                    </a:cubicBezTo>
                    <a:lnTo>
                      <a:pt x="3891" y="16273"/>
                    </a:lnTo>
                    <a:cubicBezTo>
                      <a:pt x="4843" y="6748"/>
                      <a:pt x="13416" y="-872"/>
                      <a:pt x="23893" y="81"/>
                    </a:cubicBezTo>
                    <a:lnTo>
                      <a:pt x="25798" y="81"/>
                    </a:lnTo>
                    <a:cubicBezTo>
                      <a:pt x="35323" y="1033"/>
                      <a:pt x="42943" y="9606"/>
                      <a:pt x="41991" y="20083"/>
                    </a:cubicBezTo>
                    <a:lnTo>
                      <a:pt x="38181" y="61993"/>
                    </a:lnTo>
                    <a:cubicBezTo>
                      <a:pt x="37228" y="72471"/>
                      <a:pt x="28656" y="79138"/>
                      <a:pt x="18178" y="7818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 name="Google Shape;171;p29"/>
              <p:cNvSpPr/>
              <p:nvPr/>
            </p:nvSpPr>
            <p:spPr>
              <a:xfrm>
                <a:off x="4533819" y="1791571"/>
                <a:ext cx="42071" cy="78266"/>
              </a:xfrm>
              <a:custGeom>
                <a:rect b="b" l="l" r="r" t="t"/>
                <a:pathLst>
                  <a:path extrusionOk="0" h="78266" w="42071">
                    <a:moveTo>
                      <a:pt x="25798" y="78186"/>
                    </a:moveTo>
                    <a:lnTo>
                      <a:pt x="23893" y="78186"/>
                    </a:lnTo>
                    <a:cubicBezTo>
                      <a:pt x="14368" y="79138"/>
                      <a:pt x="4843" y="71518"/>
                      <a:pt x="3891" y="61993"/>
                    </a:cubicBezTo>
                    <a:lnTo>
                      <a:pt x="81" y="20083"/>
                    </a:lnTo>
                    <a:cubicBezTo>
                      <a:pt x="-872" y="10558"/>
                      <a:pt x="6748" y="1033"/>
                      <a:pt x="16273" y="81"/>
                    </a:cubicBezTo>
                    <a:lnTo>
                      <a:pt x="18178" y="81"/>
                    </a:lnTo>
                    <a:cubicBezTo>
                      <a:pt x="27703" y="-872"/>
                      <a:pt x="37228" y="6748"/>
                      <a:pt x="38181" y="16273"/>
                    </a:cubicBezTo>
                    <a:lnTo>
                      <a:pt x="41991" y="58183"/>
                    </a:lnTo>
                    <a:cubicBezTo>
                      <a:pt x="42943" y="68661"/>
                      <a:pt x="35323" y="77233"/>
                      <a:pt x="25798" y="7818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29"/>
              <p:cNvSpPr/>
              <p:nvPr/>
            </p:nvSpPr>
            <p:spPr>
              <a:xfrm>
                <a:off x="4658351" y="1924676"/>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29"/>
              <p:cNvSpPr/>
              <p:nvPr/>
            </p:nvSpPr>
            <p:spPr>
              <a:xfrm>
                <a:off x="4996489" y="1813234"/>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29"/>
              <p:cNvSpPr/>
              <p:nvPr/>
            </p:nvSpPr>
            <p:spPr>
              <a:xfrm>
                <a:off x="4836469" y="1873241"/>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29"/>
              <p:cNvSpPr/>
              <p:nvPr/>
            </p:nvSpPr>
            <p:spPr>
              <a:xfrm>
                <a:off x="4335539" y="1835226"/>
                <a:ext cx="77634" cy="52038"/>
              </a:xfrm>
              <a:custGeom>
                <a:rect b="b" l="l" r="r" t="t"/>
                <a:pathLst>
                  <a:path extrusionOk="0" h="52038" w="77634">
                    <a:moveTo>
                      <a:pt x="2146" y="40246"/>
                    </a:moveTo>
                    <a:lnTo>
                      <a:pt x="1193" y="38341"/>
                    </a:lnTo>
                    <a:cubicBezTo>
                      <a:pt x="-2617" y="28816"/>
                      <a:pt x="3098" y="18338"/>
                      <a:pt x="12623" y="15481"/>
                    </a:cubicBezTo>
                    <a:lnTo>
                      <a:pt x="52628" y="1193"/>
                    </a:lnTo>
                    <a:cubicBezTo>
                      <a:pt x="62153" y="-2617"/>
                      <a:pt x="72631" y="3098"/>
                      <a:pt x="75488" y="12623"/>
                    </a:cubicBezTo>
                    <a:lnTo>
                      <a:pt x="76441" y="14528"/>
                    </a:lnTo>
                    <a:cubicBezTo>
                      <a:pt x="80251" y="24053"/>
                      <a:pt x="74536" y="34531"/>
                      <a:pt x="65011" y="37388"/>
                    </a:cubicBezTo>
                    <a:lnTo>
                      <a:pt x="25006" y="50723"/>
                    </a:lnTo>
                    <a:cubicBezTo>
                      <a:pt x="16433" y="54533"/>
                      <a:pt x="5956" y="49771"/>
                      <a:pt x="2146" y="4024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29"/>
              <p:cNvSpPr/>
              <p:nvPr/>
            </p:nvSpPr>
            <p:spPr>
              <a:xfrm>
                <a:off x="4505155" y="1981030"/>
                <a:ext cx="58441" cy="74822"/>
              </a:xfrm>
              <a:custGeom>
                <a:rect b="b" l="l" r="r" t="t"/>
                <a:pathLst>
                  <a:path extrusionOk="0" h="74822" w="58441">
                    <a:moveTo>
                      <a:pt x="11600" y="72560"/>
                    </a:moveTo>
                    <a:lnTo>
                      <a:pt x="9695" y="71607"/>
                    </a:lnTo>
                    <a:cubicBezTo>
                      <a:pt x="1122" y="66845"/>
                      <a:pt x="-2688" y="55415"/>
                      <a:pt x="2075" y="46842"/>
                    </a:cubicBezTo>
                    <a:lnTo>
                      <a:pt x="22077" y="9695"/>
                    </a:lnTo>
                    <a:cubicBezTo>
                      <a:pt x="26840" y="1122"/>
                      <a:pt x="38270" y="-2688"/>
                      <a:pt x="46842" y="2075"/>
                    </a:cubicBezTo>
                    <a:lnTo>
                      <a:pt x="48747" y="3027"/>
                    </a:lnTo>
                    <a:cubicBezTo>
                      <a:pt x="57320" y="7790"/>
                      <a:pt x="61130" y="19220"/>
                      <a:pt x="56367" y="27792"/>
                    </a:cubicBezTo>
                    <a:lnTo>
                      <a:pt x="36365" y="64940"/>
                    </a:lnTo>
                    <a:cubicBezTo>
                      <a:pt x="31602" y="74465"/>
                      <a:pt x="20172" y="77322"/>
                      <a:pt x="11600" y="7256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 name="Google Shape;177;p29"/>
              <p:cNvSpPr/>
              <p:nvPr/>
            </p:nvSpPr>
            <p:spPr>
              <a:xfrm>
                <a:off x="4762500" y="2069709"/>
                <a:ext cx="78177" cy="41102"/>
              </a:xfrm>
              <a:custGeom>
                <a:rect b="b" l="l" r="r" t="t"/>
                <a:pathLst>
                  <a:path extrusionOk="0" h="41102" w="78177">
                    <a:moveTo>
                      <a:pt x="0" y="19123"/>
                    </a:moveTo>
                    <a:lnTo>
                      <a:pt x="0" y="17218"/>
                    </a:lnTo>
                    <a:cubicBezTo>
                      <a:pt x="952" y="7693"/>
                      <a:pt x="9525" y="-880"/>
                      <a:pt x="19050" y="73"/>
                    </a:cubicBezTo>
                    <a:lnTo>
                      <a:pt x="60960" y="2930"/>
                    </a:lnTo>
                    <a:cubicBezTo>
                      <a:pt x="70485" y="3882"/>
                      <a:pt x="79058" y="12455"/>
                      <a:pt x="78105" y="21980"/>
                    </a:cubicBezTo>
                    <a:lnTo>
                      <a:pt x="78105" y="23885"/>
                    </a:lnTo>
                    <a:cubicBezTo>
                      <a:pt x="77152" y="33410"/>
                      <a:pt x="68580" y="41982"/>
                      <a:pt x="59055" y="41030"/>
                    </a:cubicBezTo>
                    <a:lnTo>
                      <a:pt x="17145" y="38173"/>
                    </a:lnTo>
                    <a:cubicBezTo>
                      <a:pt x="7620" y="37220"/>
                      <a:pt x="0" y="28648"/>
                      <a:pt x="0" y="1912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 name="Google Shape;178;p29"/>
              <p:cNvSpPr/>
              <p:nvPr/>
            </p:nvSpPr>
            <p:spPr>
              <a:xfrm>
                <a:off x="4927411" y="2007046"/>
                <a:ext cx="76894" cy="51546"/>
              </a:xfrm>
              <a:custGeom>
                <a:rect b="b" l="l" r="r" t="t"/>
                <a:pathLst>
                  <a:path extrusionOk="0" h="51546" w="76894">
                    <a:moveTo>
                      <a:pt x="1776" y="38924"/>
                    </a:moveTo>
                    <a:lnTo>
                      <a:pt x="824" y="37019"/>
                    </a:lnTo>
                    <a:cubicBezTo>
                      <a:pt x="-2034" y="27494"/>
                      <a:pt x="2729" y="17016"/>
                      <a:pt x="12254" y="14159"/>
                    </a:cubicBezTo>
                    <a:lnTo>
                      <a:pt x="52259" y="824"/>
                    </a:lnTo>
                    <a:cubicBezTo>
                      <a:pt x="61784" y="-2034"/>
                      <a:pt x="72261" y="2729"/>
                      <a:pt x="75119" y="12254"/>
                    </a:cubicBezTo>
                    <a:lnTo>
                      <a:pt x="76071" y="14159"/>
                    </a:lnTo>
                    <a:cubicBezTo>
                      <a:pt x="78929" y="23684"/>
                      <a:pt x="74166" y="34161"/>
                      <a:pt x="64641" y="37019"/>
                    </a:cubicBezTo>
                    <a:lnTo>
                      <a:pt x="24636" y="50354"/>
                    </a:lnTo>
                    <a:cubicBezTo>
                      <a:pt x="15111" y="54164"/>
                      <a:pt x="4634" y="48449"/>
                      <a:pt x="1776" y="3892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79" name="Google Shape;179;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0" name="Google Shape;180;p29"/>
          <p:cNvSpPr txBox="1"/>
          <p:nvPr>
            <p:ph idx="1" type="subTitle"/>
          </p:nvPr>
        </p:nvSpPr>
        <p:spPr>
          <a:xfrm>
            <a:off x="4634286" y="1482525"/>
            <a:ext cx="3750000" cy="237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1" name="Google Shape;181;p29"/>
          <p:cNvSpPr txBox="1"/>
          <p:nvPr>
            <p:ph idx="2" type="subTitle"/>
          </p:nvPr>
        </p:nvSpPr>
        <p:spPr>
          <a:xfrm>
            <a:off x="759714" y="1482525"/>
            <a:ext cx="3750000" cy="237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82" name="Google Shape;182;p29"/>
          <p:cNvGrpSpPr/>
          <p:nvPr/>
        </p:nvGrpSpPr>
        <p:grpSpPr>
          <a:xfrm>
            <a:off x="1591947" y="4172115"/>
            <a:ext cx="6700860" cy="847359"/>
            <a:chOff x="1591947" y="4172115"/>
            <a:chExt cx="6700860" cy="847359"/>
          </a:xfrm>
        </p:grpSpPr>
        <p:grpSp>
          <p:nvGrpSpPr>
            <p:cNvPr id="183" name="Google Shape;183;p29"/>
            <p:cNvGrpSpPr/>
            <p:nvPr/>
          </p:nvGrpSpPr>
          <p:grpSpPr>
            <a:xfrm>
              <a:off x="1591947" y="4172115"/>
              <a:ext cx="6700860" cy="356299"/>
              <a:chOff x="1591947" y="4172115"/>
              <a:chExt cx="6700860" cy="356299"/>
            </a:xfrm>
          </p:grpSpPr>
          <p:sp>
            <p:nvSpPr>
              <p:cNvPr id="184" name="Google Shape;184;p29"/>
              <p:cNvSpPr/>
              <p:nvPr/>
            </p:nvSpPr>
            <p:spPr>
              <a:xfrm flipH="1">
                <a:off x="5051070" y="4278860"/>
                <a:ext cx="248602" cy="249554"/>
              </a:xfrm>
              <a:custGeom>
                <a:rect b="b" l="l" r="r" t="t"/>
                <a:pathLst>
                  <a:path extrusionOk="0" h="249554" w="248602">
                    <a:moveTo>
                      <a:pt x="80010" y="80963"/>
                    </a:moveTo>
                    <a:lnTo>
                      <a:pt x="0" y="124777"/>
                    </a:lnTo>
                    <a:lnTo>
                      <a:pt x="80010" y="168592"/>
                    </a:lnTo>
                    <a:lnTo>
                      <a:pt x="124777" y="249555"/>
                    </a:lnTo>
                    <a:lnTo>
                      <a:pt x="168592" y="168592"/>
                    </a:lnTo>
                    <a:lnTo>
                      <a:pt x="248602" y="124777"/>
                    </a:lnTo>
                    <a:lnTo>
                      <a:pt x="168592" y="80963"/>
                    </a:lnTo>
                    <a:lnTo>
                      <a:pt x="12477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29"/>
              <p:cNvSpPr/>
              <p:nvPr/>
            </p:nvSpPr>
            <p:spPr>
              <a:xfrm flipH="1">
                <a:off x="1591947" y="4278840"/>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 name="Google Shape;186;p29"/>
              <p:cNvSpPr/>
              <p:nvPr/>
            </p:nvSpPr>
            <p:spPr>
              <a:xfrm flipH="1">
                <a:off x="8146122" y="4172115"/>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87" name="Google Shape;187;p29"/>
            <p:cNvGrpSpPr/>
            <p:nvPr/>
          </p:nvGrpSpPr>
          <p:grpSpPr>
            <a:xfrm>
              <a:off x="3798297" y="4872790"/>
              <a:ext cx="3269885" cy="146684"/>
              <a:chOff x="3798297" y="4872790"/>
              <a:chExt cx="3269885" cy="146684"/>
            </a:xfrm>
          </p:grpSpPr>
          <p:sp>
            <p:nvSpPr>
              <p:cNvPr id="188" name="Google Shape;188;p29"/>
              <p:cNvSpPr/>
              <p:nvPr/>
            </p:nvSpPr>
            <p:spPr>
              <a:xfrm flipH="1">
                <a:off x="3798297" y="4872790"/>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29"/>
              <p:cNvSpPr/>
              <p:nvPr/>
            </p:nvSpPr>
            <p:spPr>
              <a:xfrm flipH="1">
                <a:off x="6921497" y="4872790"/>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90" name="Google Shape;190;p29"/>
          <p:cNvGrpSpPr/>
          <p:nvPr/>
        </p:nvGrpSpPr>
        <p:grpSpPr>
          <a:xfrm>
            <a:off x="8115455" y="671884"/>
            <a:ext cx="782117" cy="934571"/>
            <a:chOff x="408855" y="795584"/>
            <a:chExt cx="782117" cy="934571"/>
          </a:xfrm>
        </p:grpSpPr>
        <p:grpSp>
          <p:nvGrpSpPr>
            <p:cNvPr id="191" name="Google Shape;191;p29"/>
            <p:cNvGrpSpPr/>
            <p:nvPr/>
          </p:nvGrpSpPr>
          <p:grpSpPr>
            <a:xfrm>
              <a:off x="408855" y="1080355"/>
              <a:ext cx="649800" cy="649800"/>
              <a:chOff x="889680" y="4224280"/>
              <a:chExt cx="649800" cy="649800"/>
            </a:xfrm>
          </p:grpSpPr>
          <p:sp>
            <p:nvSpPr>
              <p:cNvPr id="192" name="Google Shape;192;p29"/>
              <p:cNvSpPr/>
              <p:nvPr/>
            </p:nvSpPr>
            <p:spPr>
              <a:xfrm>
                <a:off x="889680" y="4224280"/>
                <a:ext cx="649800" cy="649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193" name="Google Shape;193;p29"/>
              <p:cNvGrpSpPr/>
              <p:nvPr/>
            </p:nvGrpSpPr>
            <p:grpSpPr>
              <a:xfrm>
                <a:off x="944924" y="4318312"/>
                <a:ext cx="231889" cy="252641"/>
                <a:chOff x="976372" y="467765"/>
                <a:chExt cx="287668" cy="313411"/>
              </a:xfrm>
            </p:grpSpPr>
            <p:sp>
              <p:nvSpPr>
                <p:cNvPr id="194" name="Google Shape;194;p29"/>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 name="Google Shape;195;p29"/>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96" name="Google Shape;196;p29"/>
            <p:cNvGrpSpPr/>
            <p:nvPr/>
          </p:nvGrpSpPr>
          <p:grpSpPr>
            <a:xfrm>
              <a:off x="906217" y="795584"/>
              <a:ext cx="284755" cy="284755"/>
              <a:chOff x="1287525" y="216499"/>
              <a:chExt cx="310800" cy="310800"/>
            </a:xfrm>
          </p:grpSpPr>
          <p:sp>
            <p:nvSpPr>
              <p:cNvPr id="197" name="Google Shape;197;p29"/>
              <p:cNvSpPr/>
              <p:nvPr/>
            </p:nvSpPr>
            <p:spPr>
              <a:xfrm>
                <a:off x="1287525" y="216499"/>
                <a:ext cx="310800" cy="310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198" name="Google Shape;198;p29"/>
              <p:cNvGrpSpPr/>
              <p:nvPr/>
            </p:nvGrpSpPr>
            <p:grpSpPr>
              <a:xfrm rot="1389996">
                <a:off x="1344170" y="235996"/>
                <a:ext cx="121749" cy="149895"/>
                <a:chOff x="976372" y="467765"/>
                <a:chExt cx="287668" cy="313411"/>
              </a:xfrm>
            </p:grpSpPr>
            <p:sp>
              <p:nvSpPr>
                <p:cNvPr id="199" name="Google Shape;199;p29"/>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29"/>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201" name="Google Shape;201;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02" name="Shape 202"/>
        <p:cNvGrpSpPr/>
        <p:nvPr/>
      </p:nvGrpSpPr>
      <p:grpSpPr>
        <a:xfrm>
          <a:off x="0" y="0"/>
          <a:ext cx="0" cy="0"/>
          <a:chOff x="0" y="0"/>
          <a:chExt cx="0" cy="0"/>
        </a:xfrm>
      </p:grpSpPr>
      <p:grpSp>
        <p:nvGrpSpPr>
          <p:cNvPr id="203" name="Google Shape;203;p30"/>
          <p:cNvGrpSpPr/>
          <p:nvPr/>
        </p:nvGrpSpPr>
        <p:grpSpPr>
          <a:xfrm rot="10800000">
            <a:off x="-2188747" y="194571"/>
            <a:ext cx="13127359" cy="6425001"/>
            <a:chOff x="-1608620" y="8073"/>
            <a:chExt cx="13127359" cy="6425001"/>
          </a:xfrm>
        </p:grpSpPr>
        <p:sp>
          <p:nvSpPr>
            <p:cNvPr id="204" name="Google Shape;204;p30"/>
            <p:cNvSpPr/>
            <p:nvPr/>
          </p:nvSpPr>
          <p:spPr>
            <a:xfrm rot="9550608">
              <a:off x="-1218746" y="439869"/>
              <a:ext cx="2931338" cy="2732088"/>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5" name="Google Shape;205;p30"/>
            <p:cNvSpPr/>
            <p:nvPr/>
          </p:nvSpPr>
          <p:spPr>
            <a:xfrm rot="-4249260">
              <a:off x="8208809" y="3160110"/>
              <a:ext cx="2992365" cy="2799842"/>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06" name="Google Shape;206;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7" name="Google Shape;207;p30"/>
          <p:cNvSpPr txBox="1"/>
          <p:nvPr>
            <p:ph idx="1" type="subTitle"/>
          </p:nvPr>
        </p:nvSpPr>
        <p:spPr>
          <a:xfrm flipH="1">
            <a:off x="6074915" y="3285527"/>
            <a:ext cx="22407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8" name="Google Shape;208;p30"/>
          <p:cNvSpPr txBox="1"/>
          <p:nvPr>
            <p:ph idx="2" type="subTitle"/>
          </p:nvPr>
        </p:nvSpPr>
        <p:spPr>
          <a:xfrm flipH="1">
            <a:off x="3451670" y="3285527"/>
            <a:ext cx="22407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9" name="Google Shape;209;p30"/>
          <p:cNvSpPr txBox="1"/>
          <p:nvPr>
            <p:ph idx="3" type="subTitle"/>
          </p:nvPr>
        </p:nvSpPr>
        <p:spPr>
          <a:xfrm flipH="1">
            <a:off x="828425" y="3285527"/>
            <a:ext cx="2240700" cy="869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0" name="Google Shape;210;p30"/>
          <p:cNvSpPr txBox="1"/>
          <p:nvPr>
            <p:ph idx="4" type="subTitle"/>
          </p:nvPr>
        </p:nvSpPr>
        <p:spPr>
          <a:xfrm flipH="1">
            <a:off x="6074915" y="2701525"/>
            <a:ext cx="2240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1" name="Google Shape;211;p30"/>
          <p:cNvSpPr txBox="1"/>
          <p:nvPr>
            <p:ph idx="5" type="subTitle"/>
          </p:nvPr>
        </p:nvSpPr>
        <p:spPr>
          <a:xfrm flipH="1">
            <a:off x="3451672" y="2701525"/>
            <a:ext cx="2240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12" name="Google Shape;212;p30"/>
          <p:cNvSpPr txBox="1"/>
          <p:nvPr>
            <p:ph idx="6" type="subTitle"/>
          </p:nvPr>
        </p:nvSpPr>
        <p:spPr>
          <a:xfrm flipH="1">
            <a:off x="828425" y="2701525"/>
            <a:ext cx="2240700" cy="52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13" name="Google Shape;213;p30"/>
          <p:cNvGrpSpPr/>
          <p:nvPr/>
        </p:nvGrpSpPr>
        <p:grpSpPr>
          <a:xfrm rot="3292594">
            <a:off x="8651313" y="4318223"/>
            <a:ext cx="489636" cy="793514"/>
            <a:chOff x="7140892" y="3129915"/>
            <a:chExt cx="489585" cy="793431"/>
          </a:xfrm>
        </p:grpSpPr>
        <p:sp>
          <p:nvSpPr>
            <p:cNvPr id="214" name="Google Shape;214;p30"/>
            <p:cNvSpPr/>
            <p:nvPr/>
          </p:nvSpPr>
          <p:spPr>
            <a:xfrm>
              <a:off x="7140892" y="3272790"/>
              <a:ext cx="172402" cy="171450"/>
            </a:xfrm>
            <a:custGeom>
              <a:rect b="b" l="l" r="r" t="t"/>
              <a:pathLst>
                <a:path extrusionOk="0" h="171450" w="172402">
                  <a:moveTo>
                    <a:pt x="25717" y="85725"/>
                  </a:moveTo>
                  <a:lnTo>
                    <a:pt x="0" y="171450"/>
                  </a:lnTo>
                  <a:lnTo>
                    <a:pt x="85725" y="145732"/>
                  </a:lnTo>
                  <a:lnTo>
                    <a:pt x="172402" y="171450"/>
                  </a:lnTo>
                  <a:lnTo>
                    <a:pt x="146685" y="85725"/>
                  </a:lnTo>
                  <a:lnTo>
                    <a:pt x="172402" y="0"/>
                  </a:lnTo>
                  <a:lnTo>
                    <a:pt x="85725" y="2476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 name="Google Shape;215;p30"/>
            <p:cNvSpPr/>
            <p:nvPr/>
          </p:nvSpPr>
          <p:spPr>
            <a:xfrm>
              <a:off x="7381875" y="3673792"/>
              <a:ext cx="248602" cy="249554"/>
            </a:xfrm>
            <a:custGeom>
              <a:rect b="b" l="l" r="r" t="t"/>
              <a:pathLst>
                <a:path extrusionOk="0" h="249554" w="248602">
                  <a:moveTo>
                    <a:pt x="80010" y="80963"/>
                  </a:moveTo>
                  <a:lnTo>
                    <a:pt x="0" y="124777"/>
                  </a:lnTo>
                  <a:lnTo>
                    <a:pt x="80010" y="168592"/>
                  </a:lnTo>
                  <a:lnTo>
                    <a:pt x="123825" y="249555"/>
                  </a:lnTo>
                  <a:lnTo>
                    <a:pt x="167640" y="168592"/>
                  </a:lnTo>
                  <a:lnTo>
                    <a:pt x="248603" y="124777"/>
                  </a:lnTo>
                  <a:lnTo>
                    <a:pt x="167640" y="80963"/>
                  </a:lnTo>
                  <a:lnTo>
                    <a:pt x="12382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 name="Google Shape;216;p30"/>
            <p:cNvSpPr/>
            <p:nvPr/>
          </p:nvSpPr>
          <p:spPr>
            <a:xfrm>
              <a:off x="7407592" y="3129915"/>
              <a:ext cx="112394" cy="113347"/>
            </a:xfrm>
            <a:custGeom>
              <a:rect b="b" l="l" r="r" t="t"/>
              <a:pathLst>
                <a:path extrusionOk="0" h="113347" w="112394">
                  <a:moveTo>
                    <a:pt x="36195" y="36195"/>
                  </a:moveTo>
                  <a:lnTo>
                    <a:pt x="0" y="56197"/>
                  </a:lnTo>
                  <a:lnTo>
                    <a:pt x="36195" y="76200"/>
                  </a:lnTo>
                  <a:lnTo>
                    <a:pt x="56197" y="113347"/>
                  </a:lnTo>
                  <a:lnTo>
                    <a:pt x="76200" y="76200"/>
                  </a:lnTo>
                  <a:lnTo>
                    <a:pt x="112395" y="56197"/>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17" name="Google Shape;217;p30"/>
          <p:cNvGrpSpPr/>
          <p:nvPr/>
        </p:nvGrpSpPr>
        <p:grpSpPr>
          <a:xfrm flipH="1">
            <a:off x="-5" y="1379252"/>
            <a:ext cx="345757" cy="673417"/>
            <a:chOff x="4561522" y="3229927"/>
            <a:chExt cx="345757" cy="673417"/>
          </a:xfrm>
        </p:grpSpPr>
        <p:sp>
          <p:nvSpPr>
            <p:cNvPr id="218" name="Google Shape;218;p30"/>
            <p:cNvSpPr/>
            <p:nvPr/>
          </p:nvSpPr>
          <p:spPr>
            <a:xfrm>
              <a:off x="4561522" y="3705225"/>
              <a:ext cx="198119" cy="198119"/>
            </a:xfrm>
            <a:custGeom>
              <a:rect b="b" l="l" r="r" t="t"/>
              <a:pathLst>
                <a:path extrusionOk="0" h="198119" w="198119">
                  <a:moveTo>
                    <a:pt x="28575" y="99060"/>
                  </a:moveTo>
                  <a:lnTo>
                    <a:pt x="0" y="198120"/>
                  </a:lnTo>
                  <a:lnTo>
                    <a:pt x="99060" y="169545"/>
                  </a:lnTo>
                  <a:lnTo>
                    <a:pt x="198120" y="198120"/>
                  </a:lnTo>
                  <a:lnTo>
                    <a:pt x="169545" y="99060"/>
                  </a:lnTo>
                  <a:lnTo>
                    <a:pt x="198120" y="0"/>
                  </a:lnTo>
                  <a:lnTo>
                    <a:pt x="99060" y="2857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 name="Google Shape;219;p30"/>
            <p:cNvSpPr/>
            <p:nvPr/>
          </p:nvSpPr>
          <p:spPr>
            <a:xfrm>
              <a:off x="4731067" y="3229927"/>
              <a:ext cx="176212" cy="176212"/>
            </a:xfrm>
            <a:custGeom>
              <a:rect b="b" l="l" r="r" t="t"/>
              <a:pathLst>
                <a:path extrusionOk="0" h="176212" w="176212">
                  <a:moveTo>
                    <a:pt x="56198" y="57150"/>
                  </a:moveTo>
                  <a:lnTo>
                    <a:pt x="0" y="88582"/>
                  </a:lnTo>
                  <a:lnTo>
                    <a:pt x="56198" y="119063"/>
                  </a:lnTo>
                  <a:lnTo>
                    <a:pt x="87630" y="176213"/>
                  </a:lnTo>
                  <a:lnTo>
                    <a:pt x="119063" y="119063"/>
                  </a:lnTo>
                  <a:lnTo>
                    <a:pt x="176213" y="88582"/>
                  </a:lnTo>
                  <a:lnTo>
                    <a:pt x="119063" y="57150"/>
                  </a:lnTo>
                  <a:lnTo>
                    <a:pt x="8763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 name="Google Shape;220;p30"/>
            <p:cNvSpPr/>
            <p:nvPr/>
          </p:nvSpPr>
          <p:spPr>
            <a:xfrm>
              <a:off x="4570095" y="3431857"/>
              <a:ext cx="112394" cy="112395"/>
            </a:xfrm>
            <a:custGeom>
              <a:rect b="b" l="l" r="r" t="t"/>
              <a:pathLst>
                <a:path extrusionOk="0" h="112395" w="112394">
                  <a:moveTo>
                    <a:pt x="36195" y="36195"/>
                  </a:moveTo>
                  <a:lnTo>
                    <a:pt x="0" y="56198"/>
                  </a:lnTo>
                  <a:lnTo>
                    <a:pt x="36195" y="76200"/>
                  </a:lnTo>
                  <a:lnTo>
                    <a:pt x="56197" y="112395"/>
                  </a:lnTo>
                  <a:lnTo>
                    <a:pt x="76200" y="76200"/>
                  </a:lnTo>
                  <a:lnTo>
                    <a:pt x="112395" y="56198"/>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21" name="Google Shape;221;p3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22" name="Shape 222"/>
        <p:cNvGrpSpPr/>
        <p:nvPr/>
      </p:nvGrpSpPr>
      <p:grpSpPr>
        <a:xfrm>
          <a:off x="0" y="0"/>
          <a:ext cx="0" cy="0"/>
          <a:chOff x="0" y="0"/>
          <a:chExt cx="0" cy="0"/>
        </a:xfrm>
      </p:grpSpPr>
      <p:sp>
        <p:nvSpPr>
          <p:cNvPr id="223" name="Google Shape;223;p31"/>
          <p:cNvSpPr/>
          <p:nvPr/>
        </p:nvSpPr>
        <p:spPr>
          <a:xfrm rot="5003440">
            <a:off x="-952295" y="3147473"/>
            <a:ext cx="3331126" cy="3108545"/>
          </a:xfrm>
          <a:custGeom>
            <a:rect b="b" l="l" r="r" t="t"/>
            <a:pathLst>
              <a:path extrusionOk="0" h="3111220" w="3333992">
                <a:moveTo>
                  <a:pt x="37187" y="1392994"/>
                </a:moveTo>
                <a:cubicBezTo>
                  <a:pt x="65762" y="1297744"/>
                  <a:pt x="111482" y="1207256"/>
                  <a:pt x="181015" y="1136771"/>
                </a:cubicBezTo>
                <a:cubicBezTo>
                  <a:pt x="346750" y="969131"/>
                  <a:pt x="607735" y="949128"/>
                  <a:pt x="843002" y="954844"/>
                </a:cubicBezTo>
                <a:cubicBezTo>
                  <a:pt x="1078270" y="960558"/>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3"/>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9"/>
                </a:cubicBezTo>
                <a:cubicBezTo>
                  <a:pt x="1995527" y="3094159"/>
                  <a:pt x="1945997" y="3102731"/>
                  <a:pt x="1895515" y="3107494"/>
                </a:cubicBezTo>
                <a:cubicBezTo>
                  <a:pt x="1731685" y="3121781"/>
                  <a:pt x="1566902" y="3093206"/>
                  <a:pt x="1407835" y="3052248"/>
                </a:cubicBezTo>
                <a:cubicBezTo>
                  <a:pt x="1059220" y="2962713"/>
                  <a:pt x="722035" y="2809361"/>
                  <a:pt x="454382" y="2570284"/>
                </a:cubicBezTo>
                <a:cubicBezTo>
                  <a:pt x="290552" y="2423598"/>
                  <a:pt x="153392" y="2244529"/>
                  <a:pt x="73382" y="2040694"/>
                </a:cubicBezTo>
                <a:cubicBezTo>
                  <a:pt x="-5675" y="1834001"/>
                  <a:pt x="-25678" y="1603496"/>
                  <a:pt x="37187" y="1392994"/>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31"/>
          <p:cNvSpPr/>
          <p:nvPr/>
        </p:nvSpPr>
        <p:spPr>
          <a:xfrm>
            <a:off x="198137" y="4688009"/>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 name="Google Shape;225;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6" name="Google Shape;226;p31"/>
          <p:cNvSpPr txBox="1"/>
          <p:nvPr>
            <p:ph idx="1" type="subTitle"/>
          </p:nvPr>
        </p:nvSpPr>
        <p:spPr>
          <a:xfrm>
            <a:off x="2103662" y="2116475"/>
            <a:ext cx="19782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7" name="Google Shape;227;p31"/>
          <p:cNvSpPr txBox="1"/>
          <p:nvPr>
            <p:ph idx="2" type="subTitle"/>
          </p:nvPr>
        </p:nvSpPr>
        <p:spPr>
          <a:xfrm>
            <a:off x="5062138" y="2116475"/>
            <a:ext cx="19782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8" name="Google Shape;228;p31"/>
          <p:cNvSpPr txBox="1"/>
          <p:nvPr>
            <p:ph idx="3" type="subTitle"/>
          </p:nvPr>
        </p:nvSpPr>
        <p:spPr>
          <a:xfrm>
            <a:off x="2103662" y="3397475"/>
            <a:ext cx="19782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9" name="Google Shape;229;p31"/>
          <p:cNvSpPr txBox="1"/>
          <p:nvPr>
            <p:ph idx="4" type="subTitle"/>
          </p:nvPr>
        </p:nvSpPr>
        <p:spPr>
          <a:xfrm>
            <a:off x="5062138" y="3397475"/>
            <a:ext cx="1978200" cy="665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0" name="Google Shape;230;p31"/>
          <p:cNvSpPr txBox="1"/>
          <p:nvPr>
            <p:ph idx="5" type="subTitle"/>
          </p:nvPr>
        </p:nvSpPr>
        <p:spPr>
          <a:xfrm>
            <a:off x="2103662" y="1687188"/>
            <a:ext cx="1978200" cy="488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1" name="Google Shape;231;p31"/>
          <p:cNvSpPr txBox="1"/>
          <p:nvPr>
            <p:ph idx="6" type="subTitle"/>
          </p:nvPr>
        </p:nvSpPr>
        <p:spPr>
          <a:xfrm>
            <a:off x="2103662" y="2968188"/>
            <a:ext cx="1978200" cy="488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2" name="Google Shape;232;p31"/>
          <p:cNvSpPr txBox="1"/>
          <p:nvPr>
            <p:ph idx="7" type="subTitle"/>
          </p:nvPr>
        </p:nvSpPr>
        <p:spPr>
          <a:xfrm>
            <a:off x="5062138" y="1687188"/>
            <a:ext cx="1978200" cy="488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3" name="Google Shape;233;p31"/>
          <p:cNvSpPr txBox="1"/>
          <p:nvPr>
            <p:ph idx="8" type="subTitle"/>
          </p:nvPr>
        </p:nvSpPr>
        <p:spPr>
          <a:xfrm>
            <a:off x="5062138" y="2968188"/>
            <a:ext cx="1978200" cy="488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34" name="Google Shape;234;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5" name="Shape 235"/>
        <p:cNvGrpSpPr/>
        <p:nvPr/>
      </p:nvGrpSpPr>
      <p:grpSpPr>
        <a:xfrm>
          <a:off x="0" y="0"/>
          <a:ext cx="0" cy="0"/>
          <a:chOff x="0" y="0"/>
          <a:chExt cx="0" cy="0"/>
        </a:xfrm>
      </p:grpSpPr>
      <p:grpSp>
        <p:nvGrpSpPr>
          <p:cNvPr id="236" name="Google Shape;236;p32"/>
          <p:cNvGrpSpPr/>
          <p:nvPr/>
        </p:nvGrpSpPr>
        <p:grpSpPr>
          <a:xfrm flipH="1">
            <a:off x="-2169840" y="-1520243"/>
            <a:ext cx="13340220" cy="8271665"/>
            <a:chOff x="-1840387" y="-1520243"/>
            <a:chExt cx="13340220" cy="8271665"/>
          </a:xfrm>
        </p:grpSpPr>
        <p:sp>
          <p:nvSpPr>
            <p:cNvPr id="237" name="Google Shape;237;p32"/>
            <p:cNvSpPr/>
            <p:nvPr/>
          </p:nvSpPr>
          <p:spPr>
            <a:xfrm rot="7749209">
              <a:off x="-1321412" y="-887310"/>
              <a:ext cx="2930843" cy="2731626"/>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 name="Google Shape;238;p32"/>
            <p:cNvSpPr/>
            <p:nvPr/>
          </p:nvSpPr>
          <p:spPr>
            <a:xfrm rot="-3185792">
              <a:off x="7980870" y="3309655"/>
              <a:ext cx="2996559" cy="2803766"/>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39" name="Google Shape;239;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40" name="Google Shape;240;p32"/>
          <p:cNvSpPr txBox="1"/>
          <p:nvPr>
            <p:ph idx="1" type="subTitle"/>
          </p:nvPr>
        </p:nvSpPr>
        <p:spPr>
          <a:xfrm>
            <a:off x="1170516" y="349416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1" name="Google Shape;241;p32"/>
          <p:cNvSpPr txBox="1"/>
          <p:nvPr>
            <p:ph idx="2" type="subTitle"/>
          </p:nvPr>
        </p:nvSpPr>
        <p:spPr>
          <a:xfrm>
            <a:off x="3539169" y="349416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 name="Google Shape;242;p32"/>
          <p:cNvSpPr txBox="1"/>
          <p:nvPr>
            <p:ph idx="3" type="subTitle"/>
          </p:nvPr>
        </p:nvSpPr>
        <p:spPr>
          <a:xfrm>
            <a:off x="1170516" y="207671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 name="Google Shape;243;p32"/>
          <p:cNvSpPr txBox="1"/>
          <p:nvPr>
            <p:ph idx="4" type="subTitle"/>
          </p:nvPr>
        </p:nvSpPr>
        <p:spPr>
          <a:xfrm>
            <a:off x="3539169" y="207671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 name="Google Shape;244;p32"/>
          <p:cNvSpPr txBox="1"/>
          <p:nvPr>
            <p:ph idx="5" type="subTitle"/>
          </p:nvPr>
        </p:nvSpPr>
        <p:spPr>
          <a:xfrm>
            <a:off x="5907822" y="349416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5" name="Google Shape;245;p32"/>
          <p:cNvSpPr txBox="1"/>
          <p:nvPr>
            <p:ph idx="6" type="subTitle"/>
          </p:nvPr>
        </p:nvSpPr>
        <p:spPr>
          <a:xfrm>
            <a:off x="5907822" y="2076713"/>
            <a:ext cx="2065800" cy="630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6" name="Google Shape;246;p32"/>
          <p:cNvSpPr txBox="1"/>
          <p:nvPr>
            <p:ph idx="7" type="subTitle"/>
          </p:nvPr>
        </p:nvSpPr>
        <p:spPr>
          <a:xfrm>
            <a:off x="1168947" y="3048966"/>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7" name="Google Shape;247;p32"/>
          <p:cNvSpPr txBox="1"/>
          <p:nvPr>
            <p:ph idx="8" type="subTitle"/>
          </p:nvPr>
        </p:nvSpPr>
        <p:spPr>
          <a:xfrm>
            <a:off x="3537600" y="3048966"/>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8" name="Google Shape;248;p32"/>
          <p:cNvSpPr txBox="1"/>
          <p:nvPr>
            <p:ph idx="9" type="subTitle"/>
          </p:nvPr>
        </p:nvSpPr>
        <p:spPr>
          <a:xfrm>
            <a:off x="5906253" y="3048966"/>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49" name="Google Shape;249;p32"/>
          <p:cNvSpPr txBox="1"/>
          <p:nvPr>
            <p:ph idx="13" type="subTitle"/>
          </p:nvPr>
        </p:nvSpPr>
        <p:spPr>
          <a:xfrm>
            <a:off x="1168947" y="1631514"/>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0" name="Google Shape;250;p32"/>
          <p:cNvSpPr txBox="1"/>
          <p:nvPr>
            <p:ph idx="14" type="subTitle"/>
          </p:nvPr>
        </p:nvSpPr>
        <p:spPr>
          <a:xfrm>
            <a:off x="3537600" y="1631514"/>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251" name="Google Shape;251;p32"/>
          <p:cNvSpPr txBox="1"/>
          <p:nvPr>
            <p:ph idx="15" type="subTitle"/>
          </p:nvPr>
        </p:nvSpPr>
        <p:spPr>
          <a:xfrm>
            <a:off x="5906253" y="1631514"/>
            <a:ext cx="2068800" cy="445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Bebas Neue"/>
              <a:buNone/>
              <a:defRPr b="1" sz="2400">
                <a:solidFill>
                  <a:schemeClr val="dk1"/>
                </a:solidFill>
                <a:latin typeface="Baumans"/>
                <a:ea typeface="Baumans"/>
                <a:cs typeface="Baumans"/>
                <a:sym typeface="Baumans"/>
              </a:defRPr>
            </a:lvl1pPr>
            <a:lvl2pPr lvl="1"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252" name="Google Shape;252;p32"/>
          <p:cNvGrpSpPr/>
          <p:nvPr/>
        </p:nvGrpSpPr>
        <p:grpSpPr>
          <a:xfrm rot="1952646">
            <a:off x="8158026" y="1325893"/>
            <a:ext cx="971882" cy="971882"/>
            <a:chOff x="5095947" y="2193396"/>
            <a:chExt cx="1269603" cy="1269603"/>
          </a:xfrm>
        </p:grpSpPr>
        <p:grpSp>
          <p:nvGrpSpPr>
            <p:cNvPr id="253" name="Google Shape;253;p32"/>
            <p:cNvGrpSpPr/>
            <p:nvPr/>
          </p:nvGrpSpPr>
          <p:grpSpPr>
            <a:xfrm>
              <a:off x="5095947" y="2193396"/>
              <a:ext cx="1269603" cy="1269603"/>
              <a:chOff x="5095947" y="2193396"/>
              <a:chExt cx="1269603" cy="1269603"/>
            </a:xfrm>
          </p:grpSpPr>
          <p:sp>
            <p:nvSpPr>
              <p:cNvPr id="254" name="Google Shape;254;p32"/>
              <p:cNvSpPr/>
              <p:nvPr/>
            </p:nvSpPr>
            <p:spPr>
              <a:xfrm rot="-2700000">
                <a:off x="5281876" y="2379325"/>
                <a:ext cx="897745" cy="897745"/>
              </a:xfrm>
              <a:custGeom>
                <a:rect b="b" l="l" r="r" t="t"/>
                <a:pathLst>
                  <a:path extrusionOk="0" h="897246" w="897246">
                    <a:moveTo>
                      <a:pt x="897247" y="448623"/>
                    </a:moveTo>
                    <a:cubicBezTo>
                      <a:pt x="897247" y="696391"/>
                      <a:pt x="696391" y="897246"/>
                      <a:pt x="448623" y="897246"/>
                    </a:cubicBezTo>
                    <a:cubicBezTo>
                      <a:pt x="200855" y="897246"/>
                      <a:pt x="0" y="696391"/>
                      <a:pt x="0" y="448623"/>
                    </a:cubicBezTo>
                    <a:cubicBezTo>
                      <a:pt x="0" y="200855"/>
                      <a:pt x="200855" y="0"/>
                      <a:pt x="448623" y="0"/>
                    </a:cubicBezTo>
                    <a:cubicBezTo>
                      <a:pt x="696391" y="0"/>
                      <a:pt x="897247" y="200855"/>
                      <a:pt x="897247" y="448623"/>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5" name="Google Shape;255;p32"/>
              <p:cNvSpPr/>
              <p:nvPr/>
            </p:nvSpPr>
            <p:spPr>
              <a:xfrm rot="-4620323">
                <a:off x="5331329" y="2428287"/>
                <a:ext cx="798696" cy="798696"/>
              </a:xfrm>
              <a:custGeom>
                <a:rect b="b" l="l" r="r" t="t"/>
                <a:pathLst>
                  <a:path extrusionOk="0" h="798197" w="798197">
                    <a:moveTo>
                      <a:pt x="798198" y="399099"/>
                    </a:moveTo>
                    <a:cubicBezTo>
                      <a:pt x="798198" y="619515"/>
                      <a:pt x="619515" y="798197"/>
                      <a:pt x="399099" y="798197"/>
                    </a:cubicBezTo>
                    <a:cubicBezTo>
                      <a:pt x="178683" y="798197"/>
                      <a:pt x="0" y="619515"/>
                      <a:pt x="0" y="399099"/>
                    </a:cubicBezTo>
                    <a:cubicBezTo>
                      <a:pt x="0" y="178683"/>
                      <a:pt x="178683" y="0"/>
                      <a:pt x="399099" y="0"/>
                    </a:cubicBezTo>
                    <a:cubicBezTo>
                      <a:pt x="619515" y="0"/>
                      <a:pt x="798198" y="178683"/>
                      <a:pt x="798198" y="399099"/>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6" name="Google Shape;256;p32"/>
              <p:cNvSpPr/>
              <p:nvPr/>
            </p:nvSpPr>
            <p:spPr>
              <a:xfrm rot="-4620323">
                <a:off x="5360747" y="2457818"/>
                <a:ext cx="739582" cy="739582"/>
              </a:xfrm>
              <a:custGeom>
                <a:rect b="b" l="l" r="r" t="t"/>
                <a:pathLst>
                  <a:path extrusionOk="0" h="739120" w="739120">
                    <a:moveTo>
                      <a:pt x="739120" y="369560"/>
                    </a:moveTo>
                    <a:cubicBezTo>
                      <a:pt x="739120" y="573663"/>
                      <a:pt x="573663" y="739120"/>
                      <a:pt x="369560" y="739120"/>
                    </a:cubicBezTo>
                    <a:cubicBezTo>
                      <a:pt x="165458" y="739120"/>
                      <a:pt x="0" y="573663"/>
                      <a:pt x="0" y="369560"/>
                    </a:cubicBezTo>
                    <a:cubicBezTo>
                      <a:pt x="0" y="165458"/>
                      <a:pt x="165458" y="0"/>
                      <a:pt x="369560" y="0"/>
                    </a:cubicBezTo>
                    <a:cubicBezTo>
                      <a:pt x="573663" y="0"/>
                      <a:pt x="739120" y="165458"/>
                      <a:pt x="739120" y="36956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57" name="Google Shape;257;p32"/>
            <p:cNvGrpSpPr/>
            <p:nvPr/>
          </p:nvGrpSpPr>
          <p:grpSpPr>
            <a:xfrm>
              <a:off x="5390137" y="2486917"/>
              <a:ext cx="681162" cy="682110"/>
              <a:chOff x="5390137" y="2486917"/>
              <a:chExt cx="681162" cy="682110"/>
            </a:xfrm>
          </p:grpSpPr>
          <p:sp>
            <p:nvSpPr>
              <p:cNvPr id="258" name="Google Shape;258;p32"/>
              <p:cNvSpPr/>
              <p:nvPr/>
            </p:nvSpPr>
            <p:spPr>
              <a:xfrm>
                <a:off x="5735002" y="2487869"/>
                <a:ext cx="223855" cy="280006"/>
              </a:xfrm>
              <a:custGeom>
                <a:rect b="b" l="l" r="r" t="t"/>
                <a:pathLst>
                  <a:path extrusionOk="0" h="280006" w="223855">
                    <a:moveTo>
                      <a:pt x="43815" y="274380"/>
                    </a:moveTo>
                    <a:lnTo>
                      <a:pt x="217170" y="111503"/>
                    </a:lnTo>
                    <a:cubicBezTo>
                      <a:pt x="226695" y="102930"/>
                      <a:pt x="225742" y="87690"/>
                      <a:pt x="216217" y="80070"/>
                    </a:cubicBezTo>
                    <a:cubicBezTo>
                      <a:pt x="162877" y="35303"/>
                      <a:pt x="96202" y="5775"/>
                      <a:pt x="22860" y="60"/>
                    </a:cubicBezTo>
                    <a:cubicBezTo>
                      <a:pt x="10477" y="-892"/>
                      <a:pt x="0" y="9585"/>
                      <a:pt x="0" y="21968"/>
                    </a:cubicBezTo>
                    <a:lnTo>
                      <a:pt x="7620" y="260093"/>
                    </a:lnTo>
                    <a:cubicBezTo>
                      <a:pt x="8572" y="277238"/>
                      <a:pt x="30480" y="286763"/>
                      <a:pt x="43815" y="27438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Google Shape;259;p32"/>
              <p:cNvSpPr/>
              <p:nvPr/>
            </p:nvSpPr>
            <p:spPr>
              <a:xfrm>
                <a:off x="5390137" y="2599354"/>
                <a:ext cx="280628" cy="223855"/>
              </a:xfrm>
              <a:custGeom>
                <a:rect b="b" l="l" r="r" t="t"/>
                <a:pathLst>
                  <a:path extrusionOk="0" h="223855" w="280628">
                    <a:moveTo>
                      <a:pt x="274380" y="180040"/>
                    </a:moveTo>
                    <a:lnTo>
                      <a:pt x="111503" y="6685"/>
                    </a:lnTo>
                    <a:cubicBezTo>
                      <a:pt x="102930" y="-2840"/>
                      <a:pt x="87690" y="-1887"/>
                      <a:pt x="80070" y="7638"/>
                    </a:cubicBezTo>
                    <a:cubicBezTo>
                      <a:pt x="35303" y="60978"/>
                      <a:pt x="5775" y="127653"/>
                      <a:pt x="60" y="200995"/>
                    </a:cubicBezTo>
                    <a:cubicBezTo>
                      <a:pt x="-892" y="213378"/>
                      <a:pt x="9585" y="223855"/>
                      <a:pt x="21968" y="223855"/>
                    </a:cubicBezTo>
                    <a:lnTo>
                      <a:pt x="260093" y="216235"/>
                    </a:lnTo>
                    <a:cubicBezTo>
                      <a:pt x="278190" y="215283"/>
                      <a:pt x="287715" y="193375"/>
                      <a:pt x="274380" y="18004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 name="Google Shape;260;p32"/>
              <p:cNvSpPr/>
              <p:nvPr/>
            </p:nvSpPr>
            <p:spPr>
              <a:xfrm>
                <a:off x="5791121" y="2599724"/>
                <a:ext cx="280178" cy="223484"/>
              </a:xfrm>
              <a:custGeom>
                <a:rect b="b" l="l" r="r" t="t"/>
                <a:pathLst>
                  <a:path extrusionOk="0" h="223484" w="280178">
                    <a:moveTo>
                      <a:pt x="280113" y="200625"/>
                    </a:moveTo>
                    <a:cubicBezTo>
                      <a:pt x="274398" y="127283"/>
                      <a:pt x="244871" y="59655"/>
                      <a:pt x="200103" y="7268"/>
                    </a:cubicBezTo>
                    <a:cubicBezTo>
                      <a:pt x="191531" y="-2257"/>
                      <a:pt x="177243" y="-2257"/>
                      <a:pt x="168671" y="6315"/>
                    </a:cubicBezTo>
                    <a:lnTo>
                      <a:pt x="5793" y="179670"/>
                    </a:lnTo>
                    <a:cubicBezTo>
                      <a:pt x="-6589" y="193005"/>
                      <a:pt x="1983" y="214913"/>
                      <a:pt x="21033" y="215865"/>
                    </a:cubicBezTo>
                    <a:lnTo>
                      <a:pt x="259158" y="223485"/>
                    </a:lnTo>
                    <a:cubicBezTo>
                      <a:pt x="271541" y="223485"/>
                      <a:pt x="281066" y="213008"/>
                      <a:pt x="280113" y="20062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 name="Google Shape;261;p32"/>
              <p:cNvSpPr/>
              <p:nvPr/>
            </p:nvSpPr>
            <p:spPr>
              <a:xfrm>
                <a:off x="5501992" y="2486917"/>
                <a:ext cx="223545" cy="280173"/>
              </a:xfrm>
              <a:custGeom>
                <a:rect b="b" l="l" r="r" t="t"/>
                <a:pathLst>
                  <a:path extrusionOk="0" h="280173" w="223545">
                    <a:moveTo>
                      <a:pt x="200625" y="60"/>
                    </a:moveTo>
                    <a:cubicBezTo>
                      <a:pt x="127283" y="5775"/>
                      <a:pt x="59655" y="35303"/>
                      <a:pt x="7268" y="80070"/>
                    </a:cubicBezTo>
                    <a:cubicBezTo>
                      <a:pt x="-2257" y="88643"/>
                      <a:pt x="-2257" y="102930"/>
                      <a:pt x="6315" y="111503"/>
                    </a:cubicBezTo>
                    <a:lnTo>
                      <a:pt x="179670" y="274380"/>
                    </a:lnTo>
                    <a:cubicBezTo>
                      <a:pt x="193005" y="286763"/>
                      <a:pt x="214913" y="278190"/>
                      <a:pt x="215865" y="259140"/>
                    </a:cubicBezTo>
                    <a:lnTo>
                      <a:pt x="223485" y="21015"/>
                    </a:lnTo>
                    <a:cubicBezTo>
                      <a:pt x="224438" y="9585"/>
                      <a:pt x="213960" y="-892"/>
                      <a:pt x="200625" y="6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 name="Google Shape;262;p32"/>
              <p:cNvSpPr/>
              <p:nvPr/>
            </p:nvSpPr>
            <p:spPr>
              <a:xfrm>
                <a:off x="5735002" y="2888191"/>
                <a:ext cx="223484" cy="280836"/>
              </a:xfrm>
              <a:custGeom>
                <a:rect b="b" l="l" r="r" t="t"/>
                <a:pathLst>
                  <a:path extrusionOk="0" h="280836" w="223484">
                    <a:moveTo>
                      <a:pt x="7620" y="20743"/>
                    </a:moveTo>
                    <a:lnTo>
                      <a:pt x="0" y="258868"/>
                    </a:lnTo>
                    <a:cubicBezTo>
                      <a:pt x="0" y="271251"/>
                      <a:pt x="10477" y="281728"/>
                      <a:pt x="22860" y="280776"/>
                    </a:cubicBezTo>
                    <a:cubicBezTo>
                      <a:pt x="96202" y="275061"/>
                      <a:pt x="163830" y="245533"/>
                      <a:pt x="216217" y="200766"/>
                    </a:cubicBezTo>
                    <a:cubicBezTo>
                      <a:pt x="225742" y="192193"/>
                      <a:pt x="225742" y="177906"/>
                      <a:pt x="217170" y="169333"/>
                    </a:cubicBezTo>
                    <a:lnTo>
                      <a:pt x="43815" y="6456"/>
                    </a:lnTo>
                    <a:cubicBezTo>
                      <a:pt x="30480" y="-6879"/>
                      <a:pt x="8572" y="1693"/>
                      <a:pt x="7620" y="20743"/>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 name="Google Shape;263;p32"/>
              <p:cNvSpPr/>
              <p:nvPr/>
            </p:nvSpPr>
            <p:spPr>
              <a:xfrm>
                <a:off x="5790335" y="2832734"/>
                <a:ext cx="280006" cy="223855"/>
              </a:xfrm>
              <a:custGeom>
                <a:rect b="b" l="l" r="r" t="t"/>
                <a:pathLst>
                  <a:path extrusionOk="0" h="223855" w="280006">
                    <a:moveTo>
                      <a:pt x="5627" y="43815"/>
                    </a:moveTo>
                    <a:lnTo>
                      <a:pt x="168504" y="217170"/>
                    </a:lnTo>
                    <a:cubicBezTo>
                      <a:pt x="177077" y="226695"/>
                      <a:pt x="192317" y="225743"/>
                      <a:pt x="199937" y="216218"/>
                    </a:cubicBezTo>
                    <a:cubicBezTo>
                      <a:pt x="244704" y="162878"/>
                      <a:pt x="274232" y="96203"/>
                      <a:pt x="279947" y="22860"/>
                    </a:cubicBezTo>
                    <a:cubicBezTo>
                      <a:pt x="280899" y="10478"/>
                      <a:pt x="270422" y="0"/>
                      <a:pt x="258039" y="0"/>
                    </a:cubicBezTo>
                    <a:lnTo>
                      <a:pt x="19914" y="7620"/>
                    </a:lnTo>
                    <a:cubicBezTo>
                      <a:pt x="2769" y="7620"/>
                      <a:pt x="-6756" y="30480"/>
                      <a:pt x="5627" y="4381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 name="Google Shape;264;p32"/>
              <p:cNvSpPr/>
              <p:nvPr/>
            </p:nvSpPr>
            <p:spPr>
              <a:xfrm>
                <a:off x="5390137" y="2832734"/>
                <a:ext cx="280628" cy="223485"/>
              </a:xfrm>
              <a:custGeom>
                <a:rect b="b" l="l" r="r" t="t"/>
                <a:pathLst>
                  <a:path extrusionOk="0" h="223485" w="280628">
                    <a:moveTo>
                      <a:pt x="260093" y="7620"/>
                    </a:moveTo>
                    <a:lnTo>
                      <a:pt x="21968" y="0"/>
                    </a:lnTo>
                    <a:cubicBezTo>
                      <a:pt x="9585" y="0"/>
                      <a:pt x="-892" y="10478"/>
                      <a:pt x="60" y="22860"/>
                    </a:cubicBezTo>
                    <a:cubicBezTo>
                      <a:pt x="5775" y="96203"/>
                      <a:pt x="35303" y="163830"/>
                      <a:pt x="80070" y="216218"/>
                    </a:cubicBezTo>
                    <a:cubicBezTo>
                      <a:pt x="88643" y="225743"/>
                      <a:pt x="102930" y="225743"/>
                      <a:pt x="111503" y="217170"/>
                    </a:cubicBezTo>
                    <a:lnTo>
                      <a:pt x="274380" y="43815"/>
                    </a:lnTo>
                    <a:cubicBezTo>
                      <a:pt x="287715" y="30480"/>
                      <a:pt x="278190" y="7620"/>
                      <a:pt x="260093" y="762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 name="Google Shape;265;p32"/>
              <p:cNvSpPr/>
              <p:nvPr/>
            </p:nvSpPr>
            <p:spPr>
              <a:xfrm>
                <a:off x="5502574" y="2887869"/>
                <a:ext cx="223855" cy="280205"/>
              </a:xfrm>
              <a:custGeom>
                <a:rect b="b" l="l" r="r" t="t"/>
                <a:pathLst>
                  <a:path extrusionOk="0" h="280205" w="223855">
                    <a:moveTo>
                      <a:pt x="180040" y="5825"/>
                    </a:moveTo>
                    <a:lnTo>
                      <a:pt x="6685" y="168703"/>
                    </a:lnTo>
                    <a:cubicBezTo>
                      <a:pt x="-2840" y="177275"/>
                      <a:pt x="-1887" y="192515"/>
                      <a:pt x="7638" y="200135"/>
                    </a:cubicBezTo>
                    <a:cubicBezTo>
                      <a:pt x="60978" y="244903"/>
                      <a:pt x="127653" y="274430"/>
                      <a:pt x="200995" y="280145"/>
                    </a:cubicBezTo>
                    <a:cubicBezTo>
                      <a:pt x="213378" y="281098"/>
                      <a:pt x="223855" y="270620"/>
                      <a:pt x="223855" y="258238"/>
                    </a:cubicBezTo>
                    <a:lnTo>
                      <a:pt x="216235" y="20113"/>
                    </a:lnTo>
                    <a:cubicBezTo>
                      <a:pt x="215283" y="2015"/>
                      <a:pt x="193375" y="-6557"/>
                      <a:pt x="180040" y="5825"/>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266" name="Google Shape;266;p32"/>
          <p:cNvGrpSpPr/>
          <p:nvPr/>
        </p:nvGrpSpPr>
        <p:grpSpPr>
          <a:xfrm flipH="1" rot="4223453">
            <a:off x="8734931" y="1915044"/>
            <a:ext cx="345756" cy="673414"/>
            <a:chOff x="4561522" y="3229927"/>
            <a:chExt cx="345757" cy="673417"/>
          </a:xfrm>
        </p:grpSpPr>
        <p:sp>
          <p:nvSpPr>
            <p:cNvPr id="267" name="Google Shape;267;p32"/>
            <p:cNvSpPr/>
            <p:nvPr/>
          </p:nvSpPr>
          <p:spPr>
            <a:xfrm>
              <a:off x="4561522" y="3705225"/>
              <a:ext cx="198119" cy="198119"/>
            </a:xfrm>
            <a:custGeom>
              <a:rect b="b" l="l" r="r" t="t"/>
              <a:pathLst>
                <a:path extrusionOk="0" h="198119" w="198119">
                  <a:moveTo>
                    <a:pt x="28575" y="99060"/>
                  </a:moveTo>
                  <a:lnTo>
                    <a:pt x="0" y="198120"/>
                  </a:lnTo>
                  <a:lnTo>
                    <a:pt x="99060" y="169545"/>
                  </a:lnTo>
                  <a:lnTo>
                    <a:pt x="198120" y="198120"/>
                  </a:lnTo>
                  <a:lnTo>
                    <a:pt x="169545" y="99060"/>
                  </a:lnTo>
                  <a:lnTo>
                    <a:pt x="198120" y="0"/>
                  </a:lnTo>
                  <a:lnTo>
                    <a:pt x="99060" y="2857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8" name="Google Shape;268;p32"/>
            <p:cNvSpPr/>
            <p:nvPr/>
          </p:nvSpPr>
          <p:spPr>
            <a:xfrm>
              <a:off x="4731067" y="3229927"/>
              <a:ext cx="176212" cy="176212"/>
            </a:xfrm>
            <a:custGeom>
              <a:rect b="b" l="l" r="r" t="t"/>
              <a:pathLst>
                <a:path extrusionOk="0" h="176212" w="176212">
                  <a:moveTo>
                    <a:pt x="56198" y="57150"/>
                  </a:moveTo>
                  <a:lnTo>
                    <a:pt x="0" y="88582"/>
                  </a:lnTo>
                  <a:lnTo>
                    <a:pt x="56198" y="119063"/>
                  </a:lnTo>
                  <a:lnTo>
                    <a:pt x="87630" y="176213"/>
                  </a:lnTo>
                  <a:lnTo>
                    <a:pt x="119063" y="119063"/>
                  </a:lnTo>
                  <a:lnTo>
                    <a:pt x="176213" y="88582"/>
                  </a:lnTo>
                  <a:lnTo>
                    <a:pt x="119063" y="57150"/>
                  </a:lnTo>
                  <a:lnTo>
                    <a:pt x="8763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9" name="Google Shape;269;p32"/>
            <p:cNvSpPr/>
            <p:nvPr/>
          </p:nvSpPr>
          <p:spPr>
            <a:xfrm>
              <a:off x="4570095" y="3431857"/>
              <a:ext cx="112394" cy="112395"/>
            </a:xfrm>
            <a:custGeom>
              <a:rect b="b" l="l" r="r" t="t"/>
              <a:pathLst>
                <a:path extrusionOk="0" h="112395" w="112394">
                  <a:moveTo>
                    <a:pt x="36195" y="36195"/>
                  </a:moveTo>
                  <a:lnTo>
                    <a:pt x="0" y="56198"/>
                  </a:lnTo>
                  <a:lnTo>
                    <a:pt x="36195" y="76200"/>
                  </a:lnTo>
                  <a:lnTo>
                    <a:pt x="56197" y="112395"/>
                  </a:lnTo>
                  <a:lnTo>
                    <a:pt x="76200" y="76200"/>
                  </a:lnTo>
                  <a:lnTo>
                    <a:pt x="112395" y="56198"/>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0" name="Google Shape;27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71" name="Shape 271"/>
        <p:cNvGrpSpPr/>
        <p:nvPr/>
      </p:nvGrpSpPr>
      <p:grpSpPr>
        <a:xfrm>
          <a:off x="0" y="0"/>
          <a:ext cx="0" cy="0"/>
          <a:chOff x="0" y="0"/>
          <a:chExt cx="0" cy="0"/>
        </a:xfrm>
      </p:grpSpPr>
      <p:sp>
        <p:nvSpPr>
          <p:cNvPr id="272" name="Google Shape;272;p33"/>
          <p:cNvSpPr txBox="1"/>
          <p:nvPr>
            <p:ph type="title"/>
          </p:nvPr>
        </p:nvSpPr>
        <p:spPr>
          <a:xfrm>
            <a:off x="4626425" y="706175"/>
            <a:ext cx="3804300" cy="76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73" name="Google Shape;273;p33"/>
          <p:cNvSpPr txBox="1"/>
          <p:nvPr>
            <p:ph idx="1" type="subTitle"/>
          </p:nvPr>
        </p:nvSpPr>
        <p:spPr>
          <a:xfrm>
            <a:off x="4626425" y="1464174"/>
            <a:ext cx="3804300" cy="37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74" name="Google Shape;274;p33"/>
          <p:cNvSpPr txBox="1"/>
          <p:nvPr>
            <p:ph idx="2" type="title"/>
          </p:nvPr>
        </p:nvSpPr>
        <p:spPr>
          <a:xfrm>
            <a:off x="4626425" y="2003879"/>
            <a:ext cx="3804300" cy="76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75" name="Google Shape;275;p33"/>
          <p:cNvSpPr txBox="1"/>
          <p:nvPr>
            <p:ph idx="3" type="subTitle"/>
          </p:nvPr>
        </p:nvSpPr>
        <p:spPr>
          <a:xfrm>
            <a:off x="4626425" y="2764450"/>
            <a:ext cx="3804300" cy="37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76" name="Google Shape;276;p33"/>
          <p:cNvSpPr txBox="1"/>
          <p:nvPr>
            <p:ph idx="4" type="title"/>
          </p:nvPr>
        </p:nvSpPr>
        <p:spPr>
          <a:xfrm>
            <a:off x="4626425" y="3301583"/>
            <a:ext cx="3804300" cy="768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77" name="Google Shape;277;p33"/>
          <p:cNvSpPr txBox="1"/>
          <p:nvPr>
            <p:ph idx="5" type="subTitle"/>
          </p:nvPr>
        </p:nvSpPr>
        <p:spPr>
          <a:xfrm>
            <a:off x="4626425" y="4064725"/>
            <a:ext cx="3804300" cy="37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278" name="Google Shape;278;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79" name="Shape 279"/>
        <p:cNvGrpSpPr/>
        <p:nvPr/>
      </p:nvGrpSpPr>
      <p:grpSpPr>
        <a:xfrm>
          <a:off x="0" y="0"/>
          <a:ext cx="0" cy="0"/>
          <a:chOff x="0" y="0"/>
          <a:chExt cx="0" cy="0"/>
        </a:xfrm>
      </p:grpSpPr>
      <p:sp>
        <p:nvSpPr>
          <p:cNvPr id="280" name="Google Shape;280;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81" name="Google Shape;281;p34"/>
          <p:cNvGrpSpPr/>
          <p:nvPr/>
        </p:nvGrpSpPr>
        <p:grpSpPr>
          <a:xfrm>
            <a:off x="-2626821" y="-1472133"/>
            <a:ext cx="13970443" cy="8352489"/>
            <a:chOff x="-2626821" y="-1472133"/>
            <a:chExt cx="13970443" cy="8352489"/>
          </a:xfrm>
        </p:grpSpPr>
        <p:sp>
          <p:nvSpPr>
            <p:cNvPr id="282" name="Google Shape;282;p34"/>
            <p:cNvSpPr/>
            <p:nvPr/>
          </p:nvSpPr>
          <p:spPr>
            <a:xfrm rot="-2112227">
              <a:off x="7501321" y="3334004"/>
              <a:ext cx="3325396" cy="2848296"/>
            </a:xfrm>
            <a:custGeom>
              <a:rect b="b" l="l" r="r" t="t"/>
              <a:pathLst>
                <a:path extrusionOk="0" h="3111220" w="3333992">
                  <a:moveTo>
                    <a:pt x="37187" y="1392993"/>
                  </a:moveTo>
                  <a:cubicBezTo>
                    <a:pt x="65762" y="1297743"/>
                    <a:pt x="111482" y="1207256"/>
                    <a:pt x="181015" y="1136771"/>
                  </a:cubicBezTo>
                  <a:cubicBezTo>
                    <a:pt x="346750" y="969131"/>
                    <a:pt x="607735" y="949128"/>
                    <a:pt x="843002" y="954843"/>
                  </a:cubicBezTo>
                  <a:cubicBezTo>
                    <a:pt x="1078270" y="960559"/>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4"/>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8"/>
                  </a:cubicBezTo>
                  <a:cubicBezTo>
                    <a:pt x="1995527" y="3094159"/>
                    <a:pt x="1945997" y="3102731"/>
                    <a:pt x="1895515" y="3107494"/>
                  </a:cubicBezTo>
                  <a:cubicBezTo>
                    <a:pt x="1731685" y="3121781"/>
                    <a:pt x="1566902" y="3093206"/>
                    <a:pt x="1407835" y="3052249"/>
                  </a:cubicBezTo>
                  <a:cubicBezTo>
                    <a:pt x="1059220" y="2962713"/>
                    <a:pt x="722035" y="2809361"/>
                    <a:pt x="454382" y="2570284"/>
                  </a:cubicBezTo>
                  <a:cubicBezTo>
                    <a:pt x="290552" y="2423599"/>
                    <a:pt x="153392" y="2244528"/>
                    <a:pt x="73382" y="2040693"/>
                  </a:cubicBezTo>
                  <a:cubicBezTo>
                    <a:pt x="-5675" y="1834001"/>
                    <a:pt x="-25678" y="1603496"/>
                    <a:pt x="37187" y="1392993"/>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 name="Google Shape;283;p34"/>
            <p:cNvSpPr/>
            <p:nvPr/>
          </p:nvSpPr>
          <p:spPr>
            <a:xfrm rot="729297">
              <a:off x="-2363889" y="-1154027"/>
              <a:ext cx="3325187" cy="2851533"/>
            </a:xfrm>
            <a:custGeom>
              <a:rect b="b" l="l" r="r" t="t"/>
              <a:pathLst>
                <a:path extrusionOk="0" h="3111220" w="3333992">
                  <a:moveTo>
                    <a:pt x="37187" y="1392993"/>
                  </a:moveTo>
                  <a:cubicBezTo>
                    <a:pt x="65762" y="1297743"/>
                    <a:pt x="111482" y="1207256"/>
                    <a:pt x="181015" y="1136771"/>
                  </a:cubicBezTo>
                  <a:cubicBezTo>
                    <a:pt x="346750" y="969131"/>
                    <a:pt x="607735" y="949128"/>
                    <a:pt x="843002" y="954843"/>
                  </a:cubicBezTo>
                  <a:cubicBezTo>
                    <a:pt x="1078270" y="960559"/>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4"/>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8"/>
                  </a:cubicBezTo>
                  <a:cubicBezTo>
                    <a:pt x="1995527" y="3094159"/>
                    <a:pt x="1945997" y="3102731"/>
                    <a:pt x="1895515" y="3107494"/>
                  </a:cubicBezTo>
                  <a:cubicBezTo>
                    <a:pt x="1731685" y="3121781"/>
                    <a:pt x="1566902" y="3093206"/>
                    <a:pt x="1407835" y="3052249"/>
                  </a:cubicBezTo>
                  <a:cubicBezTo>
                    <a:pt x="1059220" y="2962713"/>
                    <a:pt x="722035" y="2809361"/>
                    <a:pt x="454382" y="2570284"/>
                  </a:cubicBezTo>
                  <a:cubicBezTo>
                    <a:pt x="290552" y="2423599"/>
                    <a:pt x="153392" y="2244528"/>
                    <a:pt x="73382" y="2040693"/>
                  </a:cubicBezTo>
                  <a:cubicBezTo>
                    <a:pt x="-5675" y="1834001"/>
                    <a:pt x="-25678" y="1603496"/>
                    <a:pt x="37187" y="1392993"/>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84" name="Google Shape;284;p34"/>
          <p:cNvGrpSpPr/>
          <p:nvPr/>
        </p:nvGrpSpPr>
        <p:grpSpPr>
          <a:xfrm flipH="1">
            <a:off x="8657263" y="4528549"/>
            <a:ext cx="368735" cy="385753"/>
            <a:chOff x="6653292" y="4433005"/>
            <a:chExt cx="391397" cy="409504"/>
          </a:xfrm>
        </p:grpSpPr>
        <p:sp>
          <p:nvSpPr>
            <p:cNvPr id="285" name="Google Shape;285;p34"/>
            <p:cNvSpPr/>
            <p:nvPr/>
          </p:nvSpPr>
          <p:spPr>
            <a:xfrm>
              <a:off x="6653292" y="4433005"/>
              <a:ext cx="248602" cy="249555"/>
            </a:xfrm>
            <a:custGeom>
              <a:rect b="b" l="l" r="r" t="t"/>
              <a:pathLst>
                <a:path extrusionOk="0" h="249555" w="248602">
                  <a:moveTo>
                    <a:pt x="80963" y="80963"/>
                  </a:moveTo>
                  <a:lnTo>
                    <a:pt x="0" y="124778"/>
                  </a:lnTo>
                  <a:lnTo>
                    <a:pt x="80963" y="168593"/>
                  </a:lnTo>
                  <a:lnTo>
                    <a:pt x="124778" y="249555"/>
                  </a:lnTo>
                  <a:lnTo>
                    <a:pt x="168593" y="168593"/>
                  </a:lnTo>
                  <a:lnTo>
                    <a:pt x="248603" y="124778"/>
                  </a:lnTo>
                  <a:lnTo>
                    <a:pt x="168593" y="80963"/>
                  </a:lnTo>
                  <a:lnTo>
                    <a:pt x="124778"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6" name="Google Shape;286;p34"/>
            <p:cNvSpPr/>
            <p:nvPr/>
          </p:nvSpPr>
          <p:spPr>
            <a:xfrm>
              <a:off x="6931342" y="4730115"/>
              <a:ext cx="113347" cy="112394"/>
            </a:xfrm>
            <a:custGeom>
              <a:rect b="b" l="l" r="r" t="t"/>
              <a:pathLst>
                <a:path extrusionOk="0" h="112394" w="113347">
                  <a:moveTo>
                    <a:pt x="37147" y="36195"/>
                  </a:moveTo>
                  <a:lnTo>
                    <a:pt x="0" y="56197"/>
                  </a:lnTo>
                  <a:lnTo>
                    <a:pt x="37147" y="76200"/>
                  </a:lnTo>
                  <a:lnTo>
                    <a:pt x="57150" y="112395"/>
                  </a:lnTo>
                  <a:lnTo>
                    <a:pt x="77152" y="76200"/>
                  </a:lnTo>
                  <a:lnTo>
                    <a:pt x="113347" y="56197"/>
                  </a:lnTo>
                  <a:lnTo>
                    <a:pt x="77152" y="36195"/>
                  </a:lnTo>
                  <a:lnTo>
                    <a:pt x="5715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87" name="Google Shape;287;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88" name="Shape 288"/>
        <p:cNvGrpSpPr/>
        <p:nvPr/>
      </p:nvGrpSpPr>
      <p:grpSpPr>
        <a:xfrm>
          <a:off x="0" y="0"/>
          <a:ext cx="0" cy="0"/>
          <a:chOff x="0" y="0"/>
          <a:chExt cx="0" cy="0"/>
        </a:xfrm>
      </p:grpSpPr>
      <p:sp>
        <p:nvSpPr>
          <p:cNvPr id="289" name="Google Shape;289;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90" name="Google Shape;290;p35"/>
          <p:cNvSpPr/>
          <p:nvPr/>
        </p:nvSpPr>
        <p:spPr>
          <a:xfrm flipH="1" rot="-1883566">
            <a:off x="5643183" y="3837948"/>
            <a:ext cx="5966918" cy="3351412"/>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 name="Google Shape;291;p35"/>
          <p:cNvSpPr/>
          <p:nvPr/>
        </p:nvSpPr>
        <p:spPr>
          <a:xfrm flipH="1" rot="1868477">
            <a:off x="-1733427" y="3984786"/>
            <a:ext cx="3886674" cy="3057729"/>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 name="Google Shape;292;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293" name="Shape 293"/>
        <p:cNvGrpSpPr/>
        <p:nvPr/>
      </p:nvGrpSpPr>
      <p:grpSpPr>
        <a:xfrm>
          <a:off x="0" y="0"/>
          <a:ext cx="0" cy="0"/>
          <a:chOff x="0" y="0"/>
          <a:chExt cx="0" cy="0"/>
        </a:xfrm>
      </p:grpSpPr>
      <p:sp>
        <p:nvSpPr>
          <p:cNvPr id="294" name="Google Shape;294;p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95" name="Google Shape;295;p36"/>
          <p:cNvGrpSpPr/>
          <p:nvPr/>
        </p:nvGrpSpPr>
        <p:grpSpPr>
          <a:xfrm rot="10800000">
            <a:off x="-2341147" y="-1481829"/>
            <a:ext cx="13292541" cy="8357318"/>
            <a:chOff x="-1621402" y="-247845"/>
            <a:chExt cx="13292541" cy="8357318"/>
          </a:xfrm>
        </p:grpSpPr>
        <p:sp>
          <p:nvSpPr>
            <p:cNvPr id="296" name="Google Shape;296;p36"/>
            <p:cNvSpPr/>
            <p:nvPr/>
          </p:nvSpPr>
          <p:spPr>
            <a:xfrm rot="9088412">
              <a:off x="-1146466" y="286826"/>
              <a:ext cx="2934420" cy="2734960"/>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 name="Google Shape;297;p36"/>
            <p:cNvSpPr/>
            <p:nvPr/>
          </p:nvSpPr>
          <p:spPr>
            <a:xfrm rot="-4249260">
              <a:off x="8361209" y="4836510"/>
              <a:ext cx="2992365" cy="2799842"/>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298" name="Google Shape;298;p36"/>
          <p:cNvGrpSpPr/>
          <p:nvPr/>
        </p:nvGrpSpPr>
        <p:grpSpPr>
          <a:xfrm flipH="1">
            <a:off x="99269" y="1331260"/>
            <a:ext cx="354453" cy="540147"/>
            <a:chOff x="4756785" y="3482340"/>
            <a:chExt cx="376237" cy="573404"/>
          </a:xfrm>
        </p:grpSpPr>
        <p:sp>
          <p:nvSpPr>
            <p:cNvPr id="299" name="Google Shape;299;p36"/>
            <p:cNvSpPr/>
            <p:nvPr/>
          </p:nvSpPr>
          <p:spPr>
            <a:xfrm>
              <a:off x="4756785" y="3856672"/>
              <a:ext cx="198119" cy="199072"/>
            </a:xfrm>
            <a:custGeom>
              <a:rect b="b" l="l" r="r" t="t"/>
              <a:pathLst>
                <a:path extrusionOk="0" h="199072" w="198119">
                  <a:moveTo>
                    <a:pt x="28575" y="100013"/>
                  </a:moveTo>
                  <a:lnTo>
                    <a:pt x="0" y="199072"/>
                  </a:lnTo>
                  <a:lnTo>
                    <a:pt x="99060" y="169545"/>
                  </a:lnTo>
                  <a:lnTo>
                    <a:pt x="198120" y="199072"/>
                  </a:lnTo>
                  <a:lnTo>
                    <a:pt x="169545" y="100013"/>
                  </a:lnTo>
                  <a:lnTo>
                    <a:pt x="198120" y="0"/>
                  </a:lnTo>
                  <a:lnTo>
                    <a:pt x="99060" y="29528"/>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0" name="Google Shape;300;p36"/>
            <p:cNvSpPr/>
            <p:nvPr/>
          </p:nvSpPr>
          <p:spPr>
            <a:xfrm>
              <a:off x="4887277" y="3482340"/>
              <a:ext cx="176212" cy="176212"/>
            </a:xfrm>
            <a:custGeom>
              <a:rect b="b" l="l" r="r" t="t"/>
              <a:pathLst>
                <a:path extrusionOk="0" h="176212" w="176212">
                  <a:moveTo>
                    <a:pt x="57150" y="57150"/>
                  </a:moveTo>
                  <a:lnTo>
                    <a:pt x="0" y="87630"/>
                  </a:lnTo>
                  <a:lnTo>
                    <a:pt x="57150" y="119063"/>
                  </a:lnTo>
                  <a:lnTo>
                    <a:pt x="88582" y="176213"/>
                  </a:lnTo>
                  <a:lnTo>
                    <a:pt x="120015" y="119063"/>
                  </a:lnTo>
                  <a:lnTo>
                    <a:pt x="176213" y="87630"/>
                  </a:lnTo>
                  <a:lnTo>
                    <a:pt x="120015" y="57150"/>
                  </a:lnTo>
                  <a:lnTo>
                    <a:pt x="8858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1" name="Google Shape;301;p36"/>
            <p:cNvSpPr/>
            <p:nvPr/>
          </p:nvSpPr>
          <p:spPr>
            <a:xfrm>
              <a:off x="5019675" y="3737609"/>
              <a:ext cx="113347" cy="113347"/>
            </a:xfrm>
            <a:custGeom>
              <a:rect b="b" l="l" r="r" t="t"/>
              <a:pathLst>
                <a:path extrusionOk="0" h="113347" w="113347">
                  <a:moveTo>
                    <a:pt x="37147" y="37147"/>
                  </a:moveTo>
                  <a:lnTo>
                    <a:pt x="0" y="57150"/>
                  </a:lnTo>
                  <a:lnTo>
                    <a:pt x="37147" y="77153"/>
                  </a:lnTo>
                  <a:lnTo>
                    <a:pt x="56197" y="113347"/>
                  </a:lnTo>
                  <a:lnTo>
                    <a:pt x="76200" y="77153"/>
                  </a:lnTo>
                  <a:lnTo>
                    <a:pt x="113347" y="57150"/>
                  </a:lnTo>
                  <a:lnTo>
                    <a:pt x="76200" y="37147"/>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02" name="Google Shape;302;p36"/>
          <p:cNvGrpSpPr/>
          <p:nvPr/>
        </p:nvGrpSpPr>
        <p:grpSpPr>
          <a:xfrm flipH="1" rot="4200078">
            <a:off x="8546772" y="4612805"/>
            <a:ext cx="426063" cy="611741"/>
            <a:chOff x="4756785" y="3406324"/>
            <a:chExt cx="452244" cy="649420"/>
          </a:xfrm>
        </p:grpSpPr>
        <p:sp>
          <p:nvSpPr>
            <p:cNvPr id="303" name="Google Shape;303;p36"/>
            <p:cNvSpPr/>
            <p:nvPr/>
          </p:nvSpPr>
          <p:spPr>
            <a:xfrm>
              <a:off x="4756785" y="3856672"/>
              <a:ext cx="198119" cy="199072"/>
            </a:xfrm>
            <a:custGeom>
              <a:rect b="b" l="l" r="r" t="t"/>
              <a:pathLst>
                <a:path extrusionOk="0" h="199072" w="198119">
                  <a:moveTo>
                    <a:pt x="28575" y="100013"/>
                  </a:moveTo>
                  <a:lnTo>
                    <a:pt x="0" y="199072"/>
                  </a:lnTo>
                  <a:lnTo>
                    <a:pt x="99060" y="169545"/>
                  </a:lnTo>
                  <a:lnTo>
                    <a:pt x="198120" y="199072"/>
                  </a:lnTo>
                  <a:lnTo>
                    <a:pt x="169545" y="100013"/>
                  </a:lnTo>
                  <a:lnTo>
                    <a:pt x="198120" y="0"/>
                  </a:lnTo>
                  <a:lnTo>
                    <a:pt x="99060" y="29528"/>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4" name="Google Shape;304;p36"/>
            <p:cNvSpPr/>
            <p:nvPr/>
          </p:nvSpPr>
          <p:spPr>
            <a:xfrm>
              <a:off x="4859620" y="3406324"/>
              <a:ext cx="176212" cy="176212"/>
            </a:xfrm>
            <a:custGeom>
              <a:rect b="b" l="l" r="r" t="t"/>
              <a:pathLst>
                <a:path extrusionOk="0" h="176212" w="176212">
                  <a:moveTo>
                    <a:pt x="57150" y="57150"/>
                  </a:moveTo>
                  <a:lnTo>
                    <a:pt x="0" y="87630"/>
                  </a:lnTo>
                  <a:lnTo>
                    <a:pt x="57150" y="119063"/>
                  </a:lnTo>
                  <a:lnTo>
                    <a:pt x="88582" y="176213"/>
                  </a:lnTo>
                  <a:lnTo>
                    <a:pt x="120015" y="119063"/>
                  </a:lnTo>
                  <a:lnTo>
                    <a:pt x="176213" y="87630"/>
                  </a:lnTo>
                  <a:lnTo>
                    <a:pt x="120015" y="57150"/>
                  </a:lnTo>
                  <a:lnTo>
                    <a:pt x="88582"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5" name="Google Shape;305;p36"/>
            <p:cNvSpPr/>
            <p:nvPr/>
          </p:nvSpPr>
          <p:spPr>
            <a:xfrm>
              <a:off x="5095682" y="3709944"/>
              <a:ext cx="113347" cy="113347"/>
            </a:xfrm>
            <a:custGeom>
              <a:rect b="b" l="l" r="r" t="t"/>
              <a:pathLst>
                <a:path extrusionOk="0" h="113347" w="113347">
                  <a:moveTo>
                    <a:pt x="37147" y="37147"/>
                  </a:moveTo>
                  <a:lnTo>
                    <a:pt x="0" y="57150"/>
                  </a:lnTo>
                  <a:lnTo>
                    <a:pt x="37147" y="77153"/>
                  </a:lnTo>
                  <a:lnTo>
                    <a:pt x="56197" y="113347"/>
                  </a:lnTo>
                  <a:lnTo>
                    <a:pt x="76200" y="77153"/>
                  </a:lnTo>
                  <a:lnTo>
                    <a:pt x="113347" y="57150"/>
                  </a:lnTo>
                  <a:lnTo>
                    <a:pt x="76200" y="37147"/>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06" name="Google Shape;306;p3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1_1_1">
    <p:spTree>
      <p:nvGrpSpPr>
        <p:cNvPr id="307" name="Shape 307"/>
        <p:cNvGrpSpPr/>
        <p:nvPr/>
      </p:nvGrpSpPr>
      <p:grpSpPr>
        <a:xfrm>
          <a:off x="0" y="0"/>
          <a:ext cx="0" cy="0"/>
          <a:chOff x="0" y="0"/>
          <a:chExt cx="0" cy="0"/>
        </a:xfrm>
      </p:grpSpPr>
      <p:sp>
        <p:nvSpPr>
          <p:cNvPr id="308" name="Google Shape;308;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09" name="Google Shape;309;p37"/>
          <p:cNvGrpSpPr/>
          <p:nvPr/>
        </p:nvGrpSpPr>
        <p:grpSpPr>
          <a:xfrm flipH="1">
            <a:off x="-2246041" y="-1754593"/>
            <a:ext cx="13439214" cy="8887015"/>
            <a:chOff x="-1863181" y="-1754593"/>
            <a:chExt cx="13439214" cy="8887015"/>
          </a:xfrm>
        </p:grpSpPr>
        <p:sp>
          <p:nvSpPr>
            <p:cNvPr id="310" name="Google Shape;310;p37"/>
            <p:cNvSpPr/>
            <p:nvPr/>
          </p:nvSpPr>
          <p:spPr>
            <a:xfrm rot="8100000">
              <a:off x="-1325920" y="-1117594"/>
              <a:ext cx="2934654" cy="2735178"/>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 name="Google Shape;311;p37"/>
            <p:cNvSpPr/>
            <p:nvPr/>
          </p:nvSpPr>
          <p:spPr>
            <a:xfrm rot="-3185792">
              <a:off x="8057070" y="3690655"/>
              <a:ext cx="2996559" cy="2803766"/>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2" name="Google Shape;312;p37"/>
          <p:cNvGrpSpPr/>
          <p:nvPr/>
        </p:nvGrpSpPr>
        <p:grpSpPr>
          <a:xfrm rot="3292594">
            <a:off x="-106298" y="3651191"/>
            <a:ext cx="738937" cy="825988"/>
            <a:chOff x="6891618" y="3097445"/>
            <a:chExt cx="738859" cy="825901"/>
          </a:xfrm>
        </p:grpSpPr>
        <p:sp>
          <p:nvSpPr>
            <p:cNvPr id="313" name="Google Shape;313;p37"/>
            <p:cNvSpPr/>
            <p:nvPr/>
          </p:nvSpPr>
          <p:spPr>
            <a:xfrm>
              <a:off x="6891618" y="3097445"/>
              <a:ext cx="172402" cy="171450"/>
            </a:xfrm>
            <a:custGeom>
              <a:rect b="b" l="l" r="r" t="t"/>
              <a:pathLst>
                <a:path extrusionOk="0" h="171450" w="172402">
                  <a:moveTo>
                    <a:pt x="25717" y="85725"/>
                  </a:moveTo>
                  <a:lnTo>
                    <a:pt x="0" y="171450"/>
                  </a:lnTo>
                  <a:lnTo>
                    <a:pt x="85725" y="145732"/>
                  </a:lnTo>
                  <a:lnTo>
                    <a:pt x="172402" y="171450"/>
                  </a:lnTo>
                  <a:lnTo>
                    <a:pt x="146685" y="85725"/>
                  </a:lnTo>
                  <a:lnTo>
                    <a:pt x="172402" y="0"/>
                  </a:lnTo>
                  <a:lnTo>
                    <a:pt x="85725" y="2476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p37"/>
            <p:cNvSpPr/>
            <p:nvPr/>
          </p:nvSpPr>
          <p:spPr>
            <a:xfrm>
              <a:off x="7381875" y="3673792"/>
              <a:ext cx="248602" cy="249554"/>
            </a:xfrm>
            <a:custGeom>
              <a:rect b="b" l="l" r="r" t="t"/>
              <a:pathLst>
                <a:path extrusionOk="0" h="249554" w="248602">
                  <a:moveTo>
                    <a:pt x="80010" y="80963"/>
                  </a:moveTo>
                  <a:lnTo>
                    <a:pt x="0" y="124777"/>
                  </a:lnTo>
                  <a:lnTo>
                    <a:pt x="80010" y="168592"/>
                  </a:lnTo>
                  <a:lnTo>
                    <a:pt x="123825" y="249555"/>
                  </a:lnTo>
                  <a:lnTo>
                    <a:pt x="167640" y="168592"/>
                  </a:lnTo>
                  <a:lnTo>
                    <a:pt x="248603" y="124777"/>
                  </a:lnTo>
                  <a:lnTo>
                    <a:pt x="167640" y="80963"/>
                  </a:lnTo>
                  <a:lnTo>
                    <a:pt x="123825"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 name="Google Shape;315;p37"/>
            <p:cNvSpPr/>
            <p:nvPr/>
          </p:nvSpPr>
          <p:spPr>
            <a:xfrm>
              <a:off x="7363756" y="3192234"/>
              <a:ext cx="112394" cy="113347"/>
            </a:xfrm>
            <a:custGeom>
              <a:rect b="b" l="l" r="r" t="t"/>
              <a:pathLst>
                <a:path extrusionOk="0" h="113347" w="112394">
                  <a:moveTo>
                    <a:pt x="36195" y="36195"/>
                  </a:moveTo>
                  <a:lnTo>
                    <a:pt x="0" y="56197"/>
                  </a:lnTo>
                  <a:lnTo>
                    <a:pt x="36195" y="76200"/>
                  </a:lnTo>
                  <a:lnTo>
                    <a:pt x="56197" y="113347"/>
                  </a:lnTo>
                  <a:lnTo>
                    <a:pt x="76200" y="76200"/>
                  </a:lnTo>
                  <a:lnTo>
                    <a:pt x="112395" y="56197"/>
                  </a:lnTo>
                  <a:lnTo>
                    <a:pt x="76200" y="36195"/>
                  </a:lnTo>
                  <a:lnTo>
                    <a:pt x="5619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16" name="Google Shape;316;p3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17" name="Shape 317"/>
        <p:cNvGrpSpPr/>
        <p:nvPr/>
      </p:nvGrpSpPr>
      <p:grpSpPr>
        <a:xfrm>
          <a:off x="0" y="0"/>
          <a:ext cx="0" cy="0"/>
          <a:chOff x="0" y="0"/>
          <a:chExt cx="0" cy="0"/>
        </a:xfrm>
      </p:grpSpPr>
      <p:grpSp>
        <p:nvGrpSpPr>
          <p:cNvPr id="318" name="Google Shape;318;p38"/>
          <p:cNvGrpSpPr/>
          <p:nvPr/>
        </p:nvGrpSpPr>
        <p:grpSpPr>
          <a:xfrm>
            <a:off x="-1823894" y="445015"/>
            <a:ext cx="12977780" cy="5680526"/>
            <a:chOff x="-1823894" y="445015"/>
            <a:chExt cx="12977780" cy="5680526"/>
          </a:xfrm>
        </p:grpSpPr>
        <p:sp>
          <p:nvSpPr>
            <p:cNvPr id="319" name="Google Shape;319;p38"/>
            <p:cNvSpPr/>
            <p:nvPr/>
          </p:nvSpPr>
          <p:spPr>
            <a:xfrm>
              <a:off x="-1823894" y="445015"/>
              <a:ext cx="3593270" cy="3349027"/>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 name="Google Shape;320;p38"/>
            <p:cNvSpPr/>
            <p:nvPr/>
          </p:nvSpPr>
          <p:spPr>
            <a:xfrm rot="-4253141">
              <a:off x="7271103" y="2285974"/>
              <a:ext cx="3511400" cy="3285483"/>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21" name="Google Shape;321;p38"/>
          <p:cNvGrpSpPr/>
          <p:nvPr/>
        </p:nvGrpSpPr>
        <p:grpSpPr>
          <a:xfrm flipH="1" rot="2419337">
            <a:off x="-167917" y="3657194"/>
            <a:ext cx="985646" cy="919350"/>
            <a:chOff x="6504663" y="1302067"/>
            <a:chExt cx="717191" cy="668989"/>
          </a:xfrm>
        </p:grpSpPr>
        <p:sp>
          <p:nvSpPr>
            <p:cNvPr id="322" name="Google Shape;322;p38"/>
            <p:cNvSpPr/>
            <p:nvPr/>
          </p:nvSpPr>
          <p:spPr>
            <a:xfrm>
              <a:off x="6693217" y="1302067"/>
              <a:ext cx="528637" cy="489584"/>
            </a:xfrm>
            <a:custGeom>
              <a:rect b="b" l="l" r="r" t="t"/>
              <a:pathLst>
                <a:path extrusionOk="0" h="489584" w="528637">
                  <a:moveTo>
                    <a:pt x="1905" y="145733"/>
                  </a:moveTo>
                  <a:cubicBezTo>
                    <a:pt x="1905" y="145733"/>
                    <a:pt x="149542" y="183833"/>
                    <a:pt x="462915" y="28575"/>
                  </a:cubicBezTo>
                  <a:cubicBezTo>
                    <a:pt x="462915" y="28575"/>
                    <a:pt x="475297" y="20002"/>
                    <a:pt x="503872" y="0"/>
                  </a:cubicBezTo>
                  <a:lnTo>
                    <a:pt x="528638" y="35242"/>
                  </a:lnTo>
                  <a:lnTo>
                    <a:pt x="484822" y="74295"/>
                  </a:lnTo>
                  <a:cubicBezTo>
                    <a:pt x="484822" y="74295"/>
                    <a:pt x="323850" y="270510"/>
                    <a:pt x="230505" y="489585"/>
                  </a:cubicBezTo>
                  <a:lnTo>
                    <a:pt x="215265" y="467678"/>
                  </a:lnTo>
                  <a:cubicBezTo>
                    <a:pt x="215265" y="467678"/>
                    <a:pt x="305752" y="233363"/>
                    <a:pt x="465772" y="60960"/>
                  </a:cubicBezTo>
                  <a:cubicBezTo>
                    <a:pt x="465772" y="60960"/>
                    <a:pt x="172402" y="201930"/>
                    <a:pt x="0" y="158115"/>
                  </a:cubicBezTo>
                  <a:lnTo>
                    <a:pt x="1905" y="145733"/>
                  </a:ln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23" name="Google Shape;323;p38"/>
            <p:cNvGrpSpPr/>
            <p:nvPr/>
          </p:nvGrpSpPr>
          <p:grpSpPr>
            <a:xfrm>
              <a:off x="6504663" y="1345704"/>
              <a:ext cx="263962" cy="294103"/>
              <a:chOff x="6504663" y="1345704"/>
              <a:chExt cx="263962" cy="294103"/>
            </a:xfrm>
          </p:grpSpPr>
          <p:sp>
            <p:nvSpPr>
              <p:cNvPr id="324" name="Google Shape;324;p38"/>
              <p:cNvSpPr/>
              <p:nvPr/>
            </p:nvSpPr>
            <p:spPr>
              <a:xfrm>
                <a:off x="6504663" y="1345704"/>
                <a:ext cx="263962" cy="294103"/>
              </a:xfrm>
              <a:custGeom>
                <a:rect b="b" l="l" r="r" t="t"/>
                <a:pathLst>
                  <a:path extrusionOk="0" h="294103" w="263962">
                    <a:moveTo>
                      <a:pt x="28534" y="173533"/>
                    </a:moveTo>
                    <a:cubicBezTo>
                      <a:pt x="39012" y="181153"/>
                      <a:pt x="43774" y="193536"/>
                      <a:pt x="41869" y="206871"/>
                    </a:cubicBezTo>
                    <a:cubicBezTo>
                      <a:pt x="38059" y="229731"/>
                      <a:pt x="40917" y="264021"/>
                      <a:pt x="89494" y="284023"/>
                    </a:cubicBezTo>
                    <a:cubicBezTo>
                      <a:pt x="166647" y="315456"/>
                      <a:pt x="268564" y="269736"/>
                      <a:pt x="263802" y="197346"/>
                    </a:cubicBezTo>
                    <a:cubicBezTo>
                      <a:pt x="260944" y="156388"/>
                      <a:pt x="240942" y="142101"/>
                      <a:pt x="223797" y="129718"/>
                    </a:cubicBezTo>
                    <a:cubicBezTo>
                      <a:pt x="215224" y="123051"/>
                      <a:pt x="211414" y="113526"/>
                      <a:pt x="213319" y="103048"/>
                    </a:cubicBezTo>
                    <a:cubicBezTo>
                      <a:pt x="217129" y="82093"/>
                      <a:pt x="221892" y="58281"/>
                      <a:pt x="195222" y="26848"/>
                    </a:cubicBezTo>
                    <a:cubicBezTo>
                      <a:pt x="147597" y="-29349"/>
                      <a:pt x="42822" y="8751"/>
                      <a:pt x="8532" y="84951"/>
                    </a:cubicBezTo>
                    <a:cubicBezTo>
                      <a:pt x="-12423" y="132576"/>
                      <a:pt x="9484" y="160198"/>
                      <a:pt x="28534" y="173533"/>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 name="Google Shape;325;p38"/>
              <p:cNvSpPr/>
              <p:nvPr/>
            </p:nvSpPr>
            <p:spPr>
              <a:xfrm>
                <a:off x="6545426" y="1520189"/>
                <a:ext cx="223199" cy="119122"/>
              </a:xfrm>
              <a:custGeom>
                <a:rect b="b" l="l" r="r" t="t"/>
                <a:pathLst>
                  <a:path extrusionOk="0" h="119122" w="223199">
                    <a:moveTo>
                      <a:pt x="223039" y="21908"/>
                    </a:moveTo>
                    <a:cubicBezTo>
                      <a:pt x="222086" y="13335"/>
                      <a:pt x="221134" y="5715"/>
                      <a:pt x="219229" y="0"/>
                    </a:cubicBezTo>
                    <a:cubicBezTo>
                      <a:pt x="219229" y="2858"/>
                      <a:pt x="219229" y="5715"/>
                      <a:pt x="219229" y="8573"/>
                    </a:cubicBezTo>
                    <a:cubicBezTo>
                      <a:pt x="210656" y="80963"/>
                      <a:pt x="102071" y="108585"/>
                      <a:pt x="31586" y="63818"/>
                    </a:cubicBezTo>
                    <a:cubicBezTo>
                      <a:pt x="16346" y="54293"/>
                      <a:pt x="6821" y="43815"/>
                      <a:pt x="1106" y="33338"/>
                    </a:cubicBezTo>
                    <a:cubicBezTo>
                      <a:pt x="-2704" y="56198"/>
                      <a:pt x="1106" y="89535"/>
                      <a:pt x="48731" y="109538"/>
                    </a:cubicBezTo>
                    <a:cubicBezTo>
                      <a:pt x="125884" y="140018"/>
                      <a:pt x="227801" y="94298"/>
                      <a:pt x="223039" y="21908"/>
                    </a:cubicBezTo>
                    <a:close/>
                  </a:path>
                </a:pathLst>
              </a:custGeom>
              <a:solidFill>
                <a:srgbClr val="000000">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6" name="Google Shape;326;p38"/>
              <p:cNvSpPr/>
              <p:nvPr/>
            </p:nvSpPr>
            <p:spPr>
              <a:xfrm>
                <a:off x="6604634" y="1367789"/>
                <a:ext cx="68580" cy="43880"/>
              </a:xfrm>
              <a:custGeom>
                <a:rect b="b" l="l" r="r" t="t"/>
                <a:pathLst>
                  <a:path extrusionOk="0" h="43880" w="68580">
                    <a:moveTo>
                      <a:pt x="68580" y="20955"/>
                    </a:moveTo>
                    <a:cubicBezTo>
                      <a:pt x="68580" y="33338"/>
                      <a:pt x="54293" y="42863"/>
                      <a:pt x="35243" y="43815"/>
                    </a:cubicBezTo>
                    <a:cubicBezTo>
                      <a:pt x="16193" y="44768"/>
                      <a:pt x="953" y="35243"/>
                      <a:pt x="0" y="22860"/>
                    </a:cubicBezTo>
                    <a:cubicBezTo>
                      <a:pt x="0" y="10478"/>
                      <a:pt x="14288" y="953"/>
                      <a:pt x="33338" y="0"/>
                    </a:cubicBezTo>
                    <a:cubicBezTo>
                      <a:pt x="52388" y="0"/>
                      <a:pt x="68580" y="9525"/>
                      <a:pt x="68580" y="20955"/>
                    </a:cubicBezTo>
                    <a:close/>
                  </a:path>
                </a:pathLst>
              </a:custGeom>
              <a:solidFill>
                <a:srgbClr val="FFFFFF">
                  <a:alpha val="2274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27" name="Google Shape;327;p38"/>
            <p:cNvGrpSpPr/>
            <p:nvPr/>
          </p:nvGrpSpPr>
          <p:grpSpPr>
            <a:xfrm>
              <a:off x="6731107" y="1687688"/>
              <a:ext cx="287471" cy="283368"/>
              <a:chOff x="6731107" y="1687688"/>
              <a:chExt cx="287471" cy="283368"/>
            </a:xfrm>
          </p:grpSpPr>
          <p:sp>
            <p:nvSpPr>
              <p:cNvPr id="328" name="Google Shape;328;p38"/>
              <p:cNvSpPr/>
              <p:nvPr/>
            </p:nvSpPr>
            <p:spPr>
              <a:xfrm>
                <a:off x="6731107" y="1687688"/>
                <a:ext cx="287471" cy="283368"/>
              </a:xfrm>
              <a:custGeom>
                <a:rect b="b" l="l" r="r" t="t"/>
                <a:pathLst>
                  <a:path extrusionOk="0" h="283368" w="287471">
                    <a:moveTo>
                      <a:pt x="56407" y="211596"/>
                    </a:moveTo>
                    <a:cubicBezTo>
                      <a:pt x="69742" y="213501"/>
                      <a:pt x="79267" y="223026"/>
                      <a:pt x="83077" y="235409"/>
                    </a:cubicBezTo>
                    <a:cubicBezTo>
                      <a:pt x="89745" y="257316"/>
                      <a:pt x="107842" y="286844"/>
                      <a:pt x="160230" y="283034"/>
                    </a:cubicBezTo>
                    <a:cubicBezTo>
                      <a:pt x="243097" y="276366"/>
                      <a:pt x="314535" y="190641"/>
                      <a:pt x="277387" y="126824"/>
                    </a:cubicBezTo>
                    <a:cubicBezTo>
                      <a:pt x="256432" y="91581"/>
                      <a:pt x="232620" y="87771"/>
                      <a:pt x="211665" y="84914"/>
                    </a:cubicBezTo>
                    <a:cubicBezTo>
                      <a:pt x="201187" y="83009"/>
                      <a:pt x="193567" y="76341"/>
                      <a:pt x="190710" y="65864"/>
                    </a:cubicBezTo>
                    <a:cubicBezTo>
                      <a:pt x="184995" y="45861"/>
                      <a:pt x="178327" y="22049"/>
                      <a:pt x="140227" y="5856"/>
                    </a:cubicBezTo>
                    <a:cubicBezTo>
                      <a:pt x="72600" y="-22719"/>
                      <a:pt x="-4553" y="58244"/>
                      <a:pt x="210" y="141111"/>
                    </a:cubicBezTo>
                    <a:cubicBezTo>
                      <a:pt x="2115" y="193499"/>
                      <a:pt x="33547" y="207786"/>
                      <a:pt x="56407" y="211596"/>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9" name="Google Shape;329;p38"/>
              <p:cNvSpPr/>
              <p:nvPr/>
            </p:nvSpPr>
            <p:spPr>
              <a:xfrm>
                <a:off x="6731317" y="1814512"/>
                <a:ext cx="286915" cy="156544"/>
              </a:xfrm>
              <a:custGeom>
                <a:rect b="b" l="l" r="r" t="t"/>
                <a:pathLst>
                  <a:path extrusionOk="0" h="156544" w="286915">
                    <a:moveTo>
                      <a:pt x="277177" y="0"/>
                    </a:moveTo>
                    <a:cubicBezTo>
                      <a:pt x="280035" y="52388"/>
                      <a:pt x="222885" y="105727"/>
                      <a:pt x="157163" y="109538"/>
                    </a:cubicBezTo>
                    <a:cubicBezTo>
                      <a:pt x="106680" y="112395"/>
                      <a:pt x="88582" y="85725"/>
                      <a:pt x="81915" y="64770"/>
                    </a:cubicBezTo>
                    <a:cubicBezTo>
                      <a:pt x="78105" y="53340"/>
                      <a:pt x="67627" y="43815"/>
                      <a:pt x="55245" y="41910"/>
                    </a:cubicBezTo>
                    <a:cubicBezTo>
                      <a:pt x="37147" y="39052"/>
                      <a:pt x="12382" y="28575"/>
                      <a:pt x="0" y="0"/>
                    </a:cubicBezTo>
                    <a:cubicBezTo>
                      <a:pt x="0" y="4763"/>
                      <a:pt x="0" y="9525"/>
                      <a:pt x="0" y="14288"/>
                    </a:cubicBezTo>
                    <a:cubicBezTo>
                      <a:pt x="2857" y="67627"/>
                      <a:pt x="34290" y="81915"/>
                      <a:pt x="57150" y="84773"/>
                    </a:cubicBezTo>
                    <a:cubicBezTo>
                      <a:pt x="70485" y="86677"/>
                      <a:pt x="80010" y="96202"/>
                      <a:pt x="83820" y="108585"/>
                    </a:cubicBezTo>
                    <a:cubicBezTo>
                      <a:pt x="90488" y="130492"/>
                      <a:pt x="108585" y="160020"/>
                      <a:pt x="160972" y="156210"/>
                    </a:cubicBezTo>
                    <a:cubicBezTo>
                      <a:pt x="242888" y="149542"/>
                      <a:pt x="313372" y="62865"/>
                      <a:pt x="277177" y="0"/>
                    </a:cubicBezTo>
                    <a:close/>
                  </a:path>
                </a:pathLst>
              </a:custGeom>
              <a:solidFill>
                <a:srgbClr val="000000">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 name="Google Shape;330;p38"/>
              <p:cNvSpPr/>
              <p:nvPr/>
            </p:nvSpPr>
            <p:spPr>
              <a:xfrm>
                <a:off x="6805612" y="1710689"/>
                <a:ext cx="68580" cy="43880"/>
              </a:xfrm>
              <a:custGeom>
                <a:rect b="b" l="l" r="r" t="t"/>
                <a:pathLst>
                  <a:path extrusionOk="0" h="43880" w="68580">
                    <a:moveTo>
                      <a:pt x="68580" y="20955"/>
                    </a:moveTo>
                    <a:cubicBezTo>
                      <a:pt x="68580" y="33338"/>
                      <a:pt x="54293" y="42863"/>
                      <a:pt x="35243" y="43815"/>
                    </a:cubicBezTo>
                    <a:cubicBezTo>
                      <a:pt x="16193" y="44768"/>
                      <a:pt x="953" y="35243"/>
                      <a:pt x="0" y="22860"/>
                    </a:cubicBezTo>
                    <a:cubicBezTo>
                      <a:pt x="0" y="10477"/>
                      <a:pt x="14288" y="952"/>
                      <a:pt x="33338" y="0"/>
                    </a:cubicBezTo>
                    <a:cubicBezTo>
                      <a:pt x="52388" y="0"/>
                      <a:pt x="68580" y="9525"/>
                      <a:pt x="68580" y="20955"/>
                    </a:cubicBezTo>
                    <a:close/>
                  </a:path>
                </a:pathLst>
              </a:custGeom>
              <a:solidFill>
                <a:srgbClr val="FFFFFF">
                  <a:alpha val="2274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31" name="Google Shape;331;p38"/>
          <p:cNvGrpSpPr/>
          <p:nvPr/>
        </p:nvGrpSpPr>
        <p:grpSpPr>
          <a:xfrm rot="2252924">
            <a:off x="-282634" y="2016195"/>
            <a:ext cx="1219790" cy="864741"/>
            <a:chOff x="5707932" y="4197455"/>
            <a:chExt cx="806448" cy="571712"/>
          </a:xfrm>
        </p:grpSpPr>
        <p:sp>
          <p:nvSpPr>
            <p:cNvPr id="332" name="Google Shape;332;p38"/>
            <p:cNvSpPr/>
            <p:nvPr/>
          </p:nvSpPr>
          <p:spPr>
            <a:xfrm>
              <a:off x="5707932" y="4197455"/>
              <a:ext cx="320616" cy="390429"/>
            </a:xfrm>
            <a:custGeom>
              <a:rect b="b" l="l" r="r" t="t"/>
              <a:pathLst>
                <a:path extrusionOk="0" h="390429" w="320616">
                  <a:moveTo>
                    <a:pt x="306152" y="72602"/>
                  </a:moveTo>
                  <a:cubicBezTo>
                    <a:pt x="306152" y="72602"/>
                    <a:pt x="229952" y="-4551"/>
                    <a:pt x="180422" y="212"/>
                  </a:cubicBezTo>
                  <a:cubicBezTo>
                    <a:pt x="130892" y="4974"/>
                    <a:pt x="269957" y="119274"/>
                    <a:pt x="269957" y="119274"/>
                  </a:cubicBezTo>
                  <a:cubicBezTo>
                    <a:pt x="269957" y="119274"/>
                    <a:pt x="133750" y="33549"/>
                    <a:pt x="104222" y="53552"/>
                  </a:cubicBezTo>
                  <a:cubicBezTo>
                    <a:pt x="73742" y="74507"/>
                    <a:pt x="249002" y="173567"/>
                    <a:pt x="249002" y="173567"/>
                  </a:cubicBezTo>
                  <a:cubicBezTo>
                    <a:pt x="249002" y="173567"/>
                    <a:pt x="23260" y="77364"/>
                    <a:pt x="1352" y="131657"/>
                  </a:cubicBezTo>
                  <a:cubicBezTo>
                    <a:pt x="-19603" y="186902"/>
                    <a:pt x="209950" y="274532"/>
                    <a:pt x="209950" y="274532"/>
                  </a:cubicBezTo>
                  <a:cubicBezTo>
                    <a:pt x="209950" y="274532"/>
                    <a:pt x="28022" y="232622"/>
                    <a:pt x="36595" y="267864"/>
                  </a:cubicBezTo>
                  <a:cubicBezTo>
                    <a:pt x="45167" y="303107"/>
                    <a:pt x="188995" y="329777"/>
                    <a:pt x="188995" y="329777"/>
                  </a:cubicBezTo>
                  <a:cubicBezTo>
                    <a:pt x="188995" y="329777"/>
                    <a:pt x="24212" y="323109"/>
                    <a:pt x="57550" y="360257"/>
                  </a:cubicBezTo>
                  <a:cubicBezTo>
                    <a:pt x="90887" y="397404"/>
                    <a:pt x="184232" y="389784"/>
                    <a:pt x="184232" y="389784"/>
                  </a:cubicBezTo>
                  <a:cubicBezTo>
                    <a:pt x="184232" y="389784"/>
                    <a:pt x="253765" y="368829"/>
                    <a:pt x="298532" y="251672"/>
                  </a:cubicBezTo>
                  <a:cubicBezTo>
                    <a:pt x="343300" y="134514"/>
                    <a:pt x="306152" y="72602"/>
                    <a:pt x="306152" y="72602"/>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33" name="Google Shape;333;p38"/>
            <p:cNvGrpSpPr/>
            <p:nvPr/>
          </p:nvGrpSpPr>
          <p:grpSpPr>
            <a:xfrm>
              <a:off x="5856870" y="4199527"/>
              <a:ext cx="657510" cy="569640"/>
              <a:chOff x="5856870" y="4199527"/>
              <a:chExt cx="657510" cy="569640"/>
            </a:xfrm>
          </p:grpSpPr>
          <p:sp>
            <p:nvSpPr>
              <p:cNvPr id="334" name="Google Shape;334;p38"/>
              <p:cNvSpPr/>
              <p:nvPr/>
            </p:nvSpPr>
            <p:spPr>
              <a:xfrm>
                <a:off x="5856870" y="4199527"/>
                <a:ext cx="657510" cy="569640"/>
              </a:xfrm>
              <a:custGeom>
                <a:rect b="b" l="l" r="r" t="t"/>
                <a:pathLst>
                  <a:path extrusionOk="0" h="569640" w="657510">
                    <a:moveTo>
                      <a:pt x="298184" y="31478"/>
                    </a:moveTo>
                    <a:cubicBezTo>
                      <a:pt x="295326" y="13380"/>
                      <a:pt x="279134" y="-908"/>
                      <a:pt x="260084" y="45"/>
                    </a:cubicBezTo>
                    <a:lnTo>
                      <a:pt x="259132" y="45"/>
                    </a:lnTo>
                    <a:cubicBezTo>
                      <a:pt x="240082" y="45"/>
                      <a:pt x="224842" y="15285"/>
                      <a:pt x="222937" y="33383"/>
                    </a:cubicBezTo>
                    <a:cubicBezTo>
                      <a:pt x="218174" y="26715"/>
                      <a:pt x="211507" y="21953"/>
                      <a:pt x="203887" y="20048"/>
                    </a:cubicBezTo>
                    <a:cubicBezTo>
                      <a:pt x="194362" y="17190"/>
                      <a:pt x="183884" y="17190"/>
                      <a:pt x="175312" y="21953"/>
                    </a:cubicBezTo>
                    <a:cubicBezTo>
                      <a:pt x="175312" y="21953"/>
                      <a:pt x="173407" y="22905"/>
                      <a:pt x="172454" y="22905"/>
                    </a:cubicBezTo>
                    <a:cubicBezTo>
                      <a:pt x="156262" y="31478"/>
                      <a:pt x="149594" y="50528"/>
                      <a:pt x="155309" y="66720"/>
                    </a:cubicBezTo>
                    <a:cubicBezTo>
                      <a:pt x="141021" y="58148"/>
                      <a:pt x="121971" y="60053"/>
                      <a:pt x="109589" y="72435"/>
                    </a:cubicBezTo>
                    <a:lnTo>
                      <a:pt x="109589" y="72435"/>
                    </a:lnTo>
                    <a:lnTo>
                      <a:pt x="109589" y="72435"/>
                    </a:lnTo>
                    <a:cubicBezTo>
                      <a:pt x="109589" y="72435"/>
                      <a:pt x="109589" y="72435"/>
                      <a:pt x="108637" y="73388"/>
                    </a:cubicBezTo>
                    <a:lnTo>
                      <a:pt x="108637" y="73388"/>
                    </a:lnTo>
                    <a:cubicBezTo>
                      <a:pt x="108637" y="73388"/>
                      <a:pt x="108637" y="73388"/>
                      <a:pt x="107684" y="74340"/>
                    </a:cubicBezTo>
                    <a:lnTo>
                      <a:pt x="107684" y="74340"/>
                    </a:lnTo>
                    <a:lnTo>
                      <a:pt x="107684" y="74340"/>
                    </a:lnTo>
                    <a:cubicBezTo>
                      <a:pt x="96254" y="86723"/>
                      <a:pt x="95301" y="105773"/>
                      <a:pt x="103874" y="119108"/>
                    </a:cubicBezTo>
                    <a:cubicBezTo>
                      <a:pt x="87682" y="114345"/>
                      <a:pt x="69584" y="121013"/>
                      <a:pt x="61012" y="136253"/>
                    </a:cubicBezTo>
                    <a:lnTo>
                      <a:pt x="61012" y="137205"/>
                    </a:lnTo>
                    <a:cubicBezTo>
                      <a:pt x="51487" y="152445"/>
                      <a:pt x="54344" y="171495"/>
                      <a:pt x="65774" y="182925"/>
                    </a:cubicBezTo>
                    <a:cubicBezTo>
                      <a:pt x="49582" y="181020"/>
                      <a:pt x="32437" y="190545"/>
                      <a:pt x="25769" y="206738"/>
                    </a:cubicBezTo>
                    <a:cubicBezTo>
                      <a:pt x="25769" y="206738"/>
                      <a:pt x="24817" y="208642"/>
                      <a:pt x="24817" y="209595"/>
                    </a:cubicBezTo>
                    <a:cubicBezTo>
                      <a:pt x="19101" y="225788"/>
                      <a:pt x="25769" y="242933"/>
                      <a:pt x="39104" y="252458"/>
                    </a:cubicBezTo>
                    <a:cubicBezTo>
                      <a:pt x="21959" y="253410"/>
                      <a:pt x="7671" y="266745"/>
                      <a:pt x="4814" y="283890"/>
                    </a:cubicBezTo>
                    <a:lnTo>
                      <a:pt x="4814" y="284842"/>
                    </a:lnTo>
                    <a:cubicBezTo>
                      <a:pt x="4814" y="284842"/>
                      <a:pt x="4814" y="285795"/>
                      <a:pt x="4814" y="285795"/>
                    </a:cubicBezTo>
                    <a:cubicBezTo>
                      <a:pt x="2909" y="301988"/>
                      <a:pt x="12434" y="318180"/>
                      <a:pt x="27674" y="323895"/>
                    </a:cubicBezTo>
                    <a:cubicBezTo>
                      <a:pt x="11482" y="328658"/>
                      <a:pt x="-901" y="343898"/>
                      <a:pt x="51" y="361995"/>
                    </a:cubicBezTo>
                    <a:cubicBezTo>
                      <a:pt x="51" y="361995"/>
                      <a:pt x="51" y="362948"/>
                      <a:pt x="51" y="363900"/>
                    </a:cubicBezTo>
                    <a:cubicBezTo>
                      <a:pt x="1004" y="381998"/>
                      <a:pt x="14339" y="395333"/>
                      <a:pt x="31484" y="398190"/>
                    </a:cubicBezTo>
                    <a:cubicBezTo>
                      <a:pt x="16244" y="406763"/>
                      <a:pt x="8624" y="426765"/>
                      <a:pt x="15292" y="443910"/>
                    </a:cubicBezTo>
                    <a:cubicBezTo>
                      <a:pt x="15292" y="443910"/>
                      <a:pt x="16244" y="445815"/>
                      <a:pt x="16244" y="445815"/>
                    </a:cubicBezTo>
                    <a:cubicBezTo>
                      <a:pt x="22912" y="462960"/>
                      <a:pt x="41962" y="472485"/>
                      <a:pt x="60059" y="467723"/>
                    </a:cubicBezTo>
                    <a:cubicBezTo>
                      <a:pt x="48629" y="482963"/>
                      <a:pt x="51487" y="504870"/>
                      <a:pt x="65774" y="518205"/>
                    </a:cubicBezTo>
                    <a:lnTo>
                      <a:pt x="66726" y="519158"/>
                    </a:lnTo>
                    <a:cubicBezTo>
                      <a:pt x="66726" y="519158"/>
                      <a:pt x="66726" y="519158"/>
                      <a:pt x="66726" y="519158"/>
                    </a:cubicBezTo>
                    <a:lnTo>
                      <a:pt x="66726" y="519158"/>
                    </a:lnTo>
                    <a:cubicBezTo>
                      <a:pt x="74346" y="524873"/>
                      <a:pt x="82919" y="528683"/>
                      <a:pt x="92444" y="527730"/>
                    </a:cubicBezTo>
                    <a:cubicBezTo>
                      <a:pt x="101017" y="526778"/>
                      <a:pt x="108637" y="523920"/>
                      <a:pt x="114351" y="519158"/>
                    </a:cubicBezTo>
                    <a:cubicBezTo>
                      <a:pt x="112446" y="537255"/>
                      <a:pt x="123876" y="554400"/>
                      <a:pt x="141021" y="559163"/>
                    </a:cubicBezTo>
                    <a:lnTo>
                      <a:pt x="142926" y="559163"/>
                    </a:lnTo>
                    <a:lnTo>
                      <a:pt x="142926" y="559163"/>
                    </a:lnTo>
                    <a:cubicBezTo>
                      <a:pt x="160071" y="563925"/>
                      <a:pt x="177217" y="556305"/>
                      <a:pt x="185789" y="541065"/>
                    </a:cubicBezTo>
                    <a:cubicBezTo>
                      <a:pt x="189599" y="557258"/>
                      <a:pt x="203887" y="569640"/>
                      <a:pt x="221032" y="569640"/>
                    </a:cubicBezTo>
                    <a:cubicBezTo>
                      <a:pt x="221032" y="569640"/>
                      <a:pt x="222937" y="569640"/>
                      <a:pt x="223889" y="569640"/>
                    </a:cubicBezTo>
                    <a:cubicBezTo>
                      <a:pt x="240082" y="569640"/>
                      <a:pt x="253417" y="560115"/>
                      <a:pt x="259132" y="544875"/>
                    </a:cubicBezTo>
                    <a:cubicBezTo>
                      <a:pt x="263894" y="559163"/>
                      <a:pt x="278182" y="569640"/>
                      <a:pt x="294374" y="569640"/>
                    </a:cubicBezTo>
                    <a:cubicBezTo>
                      <a:pt x="294374" y="569640"/>
                      <a:pt x="296279" y="569640"/>
                      <a:pt x="297232" y="569640"/>
                    </a:cubicBezTo>
                    <a:cubicBezTo>
                      <a:pt x="313424" y="569640"/>
                      <a:pt x="326759" y="558210"/>
                      <a:pt x="331522" y="543923"/>
                    </a:cubicBezTo>
                    <a:cubicBezTo>
                      <a:pt x="337236" y="558210"/>
                      <a:pt x="351524" y="568688"/>
                      <a:pt x="367717" y="568688"/>
                    </a:cubicBezTo>
                    <a:lnTo>
                      <a:pt x="370574" y="568688"/>
                    </a:lnTo>
                    <a:cubicBezTo>
                      <a:pt x="386767" y="567735"/>
                      <a:pt x="400101" y="556305"/>
                      <a:pt x="403911" y="541065"/>
                    </a:cubicBezTo>
                    <a:cubicBezTo>
                      <a:pt x="410579" y="556305"/>
                      <a:pt x="425819" y="565830"/>
                      <a:pt x="442964" y="563925"/>
                    </a:cubicBezTo>
                    <a:lnTo>
                      <a:pt x="444869" y="563925"/>
                    </a:lnTo>
                    <a:cubicBezTo>
                      <a:pt x="462014" y="562020"/>
                      <a:pt x="474397" y="549638"/>
                      <a:pt x="477254" y="533445"/>
                    </a:cubicBezTo>
                    <a:cubicBezTo>
                      <a:pt x="485826" y="547733"/>
                      <a:pt x="502019" y="554400"/>
                      <a:pt x="518211" y="550590"/>
                    </a:cubicBezTo>
                    <a:lnTo>
                      <a:pt x="518211" y="550590"/>
                    </a:lnTo>
                    <a:lnTo>
                      <a:pt x="518211" y="550590"/>
                    </a:lnTo>
                    <a:cubicBezTo>
                      <a:pt x="518211" y="550590"/>
                      <a:pt x="519164" y="550590"/>
                      <a:pt x="519164" y="550590"/>
                    </a:cubicBezTo>
                    <a:lnTo>
                      <a:pt x="520117" y="550590"/>
                    </a:lnTo>
                    <a:cubicBezTo>
                      <a:pt x="520117" y="550590"/>
                      <a:pt x="520117" y="550590"/>
                      <a:pt x="520117" y="550590"/>
                    </a:cubicBezTo>
                    <a:lnTo>
                      <a:pt x="521069" y="550590"/>
                    </a:lnTo>
                    <a:lnTo>
                      <a:pt x="521069" y="550590"/>
                    </a:lnTo>
                    <a:cubicBezTo>
                      <a:pt x="537261" y="545828"/>
                      <a:pt x="548692" y="529635"/>
                      <a:pt x="546786" y="512490"/>
                    </a:cubicBezTo>
                    <a:cubicBezTo>
                      <a:pt x="560122" y="524873"/>
                      <a:pt x="580124" y="525825"/>
                      <a:pt x="595364" y="514395"/>
                    </a:cubicBezTo>
                    <a:cubicBezTo>
                      <a:pt x="595364" y="514395"/>
                      <a:pt x="597269" y="513442"/>
                      <a:pt x="597269" y="513442"/>
                    </a:cubicBezTo>
                    <a:cubicBezTo>
                      <a:pt x="612509" y="501060"/>
                      <a:pt x="615367" y="481058"/>
                      <a:pt x="604889" y="464865"/>
                    </a:cubicBezTo>
                    <a:cubicBezTo>
                      <a:pt x="622986" y="469628"/>
                      <a:pt x="642989" y="459150"/>
                      <a:pt x="648704" y="441053"/>
                    </a:cubicBezTo>
                    <a:lnTo>
                      <a:pt x="648704" y="440100"/>
                    </a:lnTo>
                    <a:cubicBezTo>
                      <a:pt x="649657" y="437242"/>
                      <a:pt x="650609" y="434385"/>
                      <a:pt x="650609" y="431528"/>
                    </a:cubicBezTo>
                    <a:cubicBezTo>
                      <a:pt x="652514" y="416288"/>
                      <a:pt x="644894" y="401048"/>
                      <a:pt x="630607" y="393428"/>
                    </a:cubicBezTo>
                    <a:cubicBezTo>
                      <a:pt x="639179" y="391523"/>
                      <a:pt x="645847" y="385808"/>
                      <a:pt x="650609" y="379140"/>
                    </a:cubicBezTo>
                    <a:cubicBezTo>
                      <a:pt x="656324" y="370567"/>
                      <a:pt x="658229" y="361042"/>
                      <a:pt x="657276" y="351517"/>
                    </a:cubicBezTo>
                    <a:cubicBezTo>
                      <a:pt x="657276" y="351517"/>
                      <a:pt x="657276" y="349613"/>
                      <a:pt x="657276" y="348660"/>
                    </a:cubicBezTo>
                    <a:cubicBezTo>
                      <a:pt x="653467" y="330563"/>
                      <a:pt x="637274" y="318180"/>
                      <a:pt x="618224" y="319133"/>
                    </a:cubicBezTo>
                    <a:cubicBezTo>
                      <a:pt x="630607" y="306750"/>
                      <a:pt x="633464" y="286748"/>
                      <a:pt x="623939" y="271508"/>
                    </a:cubicBezTo>
                    <a:cubicBezTo>
                      <a:pt x="623939" y="271508"/>
                      <a:pt x="622986" y="269603"/>
                      <a:pt x="622986" y="269603"/>
                    </a:cubicBezTo>
                    <a:cubicBezTo>
                      <a:pt x="613461" y="255315"/>
                      <a:pt x="595364" y="249600"/>
                      <a:pt x="580124" y="255315"/>
                    </a:cubicBezTo>
                    <a:cubicBezTo>
                      <a:pt x="588697" y="241028"/>
                      <a:pt x="587744" y="222930"/>
                      <a:pt x="576314" y="210548"/>
                    </a:cubicBezTo>
                    <a:lnTo>
                      <a:pt x="574409" y="208642"/>
                    </a:lnTo>
                    <a:cubicBezTo>
                      <a:pt x="562979" y="196260"/>
                      <a:pt x="544882" y="194355"/>
                      <a:pt x="530594" y="201975"/>
                    </a:cubicBezTo>
                    <a:cubicBezTo>
                      <a:pt x="537261" y="187688"/>
                      <a:pt x="535357" y="170542"/>
                      <a:pt x="523926" y="159113"/>
                    </a:cubicBezTo>
                    <a:lnTo>
                      <a:pt x="523926" y="159113"/>
                    </a:lnTo>
                    <a:lnTo>
                      <a:pt x="522974" y="158160"/>
                    </a:lnTo>
                    <a:cubicBezTo>
                      <a:pt x="522974" y="158160"/>
                      <a:pt x="522974" y="158160"/>
                      <a:pt x="522022" y="157208"/>
                    </a:cubicBezTo>
                    <a:lnTo>
                      <a:pt x="522022" y="157208"/>
                    </a:lnTo>
                    <a:cubicBezTo>
                      <a:pt x="522022" y="157208"/>
                      <a:pt x="522022" y="157208"/>
                      <a:pt x="521069" y="156255"/>
                    </a:cubicBezTo>
                    <a:lnTo>
                      <a:pt x="521069" y="156255"/>
                    </a:lnTo>
                    <a:lnTo>
                      <a:pt x="521069" y="156255"/>
                    </a:lnTo>
                    <a:cubicBezTo>
                      <a:pt x="509639" y="145778"/>
                      <a:pt x="492494" y="143873"/>
                      <a:pt x="479159" y="150540"/>
                    </a:cubicBezTo>
                    <a:cubicBezTo>
                      <a:pt x="484874" y="136253"/>
                      <a:pt x="481064" y="119108"/>
                      <a:pt x="468682" y="108630"/>
                    </a:cubicBezTo>
                    <a:lnTo>
                      <a:pt x="467729" y="107678"/>
                    </a:lnTo>
                    <a:lnTo>
                      <a:pt x="467729" y="107678"/>
                    </a:lnTo>
                    <a:cubicBezTo>
                      <a:pt x="456299" y="98153"/>
                      <a:pt x="439154" y="96248"/>
                      <a:pt x="425819" y="103867"/>
                    </a:cubicBezTo>
                    <a:cubicBezTo>
                      <a:pt x="431534" y="89580"/>
                      <a:pt x="426772" y="72435"/>
                      <a:pt x="414389" y="61958"/>
                    </a:cubicBezTo>
                    <a:lnTo>
                      <a:pt x="413436" y="61005"/>
                    </a:lnTo>
                    <a:cubicBezTo>
                      <a:pt x="400101" y="49575"/>
                      <a:pt x="381051" y="49575"/>
                      <a:pt x="366764" y="59100"/>
                    </a:cubicBezTo>
                    <a:cubicBezTo>
                      <a:pt x="370574" y="41955"/>
                      <a:pt x="362001" y="23858"/>
                      <a:pt x="344857" y="17190"/>
                    </a:cubicBezTo>
                    <a:lnTo>
                      <a:pt x="344857" y="17190"/>
                    </a:lnTo>
                    <a:cubicBezTo>
                      <a:pt x="344857" y="17190"/>
                      <a:pt x="343904" y="17190"/>
                      <a:pt x="343904" y="16238"/>
                    </a:cubicBezTo>
                    <a:lnTo>
                      <a:pt x="343904" y="16238"/>
                    </a:lnTo>
                    <a:cubicBezTo>
                      <a:pt x="327711" y="11475"/>
                      <a:pt x="308661" y="17190"/>
                      <a:pt x="298184" y="31478"/>
                    </a:cubicBezTo>
                    <a:close/>
                  </a:path>
                </a:pathLst>
              </a:custGeom>
              <a:solidFill>
                <a:schemeClr val="accent4"/>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5" name="Google Shape;335;p38"/>
              <p:cNvSpPr/>
              <p:nvPr/>
            </p:nvSpPr>
            <p:spPr>
              <a:xfrm>
                <a:off x="5931151" y="4435792"/>
                <a:ext cx="223903" cy="268604"/>
              </a:xfrm>
              <a:custGeom>
                <a:rect b="b" l="l" r="r" t="t"/>
                <a:pathLst>
                  <a:path extrusionOk="0" h="268604" w="223903">
                    <a:moveTo>
                      <a:pt x="197233" y="244792"/>
                    </a:moveTo>
                    <a:cubicBezTo>
                      <a:pt x="202948" y="254317"/>
                      <a:pt x="212473" y="260032"/>
                      <a:pt x="223903" y="260032"/>
                    </a:cubicBezTo>
                    <a:cubicBezTo>
                      <a:pt x="213426" y="257175"/>
                      <a:pt x="204853" y="247650"/>
                      <a:pt x="201996" y="236220"/>
                    </a:cubicBezTo>
                    <a:cubicBezTo>
                      <a:pt x="198186" y="240982"/>
                      <a:pt x="193423" y="245745"/>
                      <a:pt x="187708" y="247650"/>
                    </a:cubicBezTo>
                    <a:cubicBezTo>
                      <a:pt x="180088" y="250507"/>
                      <a:pt x="172468" y="249555"/>
                      <a:pt x="165801" y="246697"/>
                    </a:cubicBezTo>
                    <a:lnTo>
                      <a:pt x="165801" y="246697"/>
                    </a:lnTo>
                    <a:cubicBezTo>
                      <a:pt x="165801" y="246697"/>
                      <a:pt x="165801" y="246697"/>
                      <a:pt x="165801" y="246697"/>
                    </a:cubicBezTo>
                    <a:lnTo>
                      <a:pt x="164848" y="246697"/>
                    </a:lnTo>
                    <a:cubicBezTo>
                      <a:pt x="152466" y="240982"/>
                      <a:pt x="144846" y="226695"/>
                      <a:pt x="147703" y="214313"/>
                    </a:cubicBezTo>
                    <a:cubicBezTo>
                      <a:pt x="146751" y="214313"/>
                      <a:pt x="146751" y="215265"/>
                      <a:pt x="145798" y="215265"/>
                    </a:cubicBezTo>
                    <a:cubicBezTo>
                      <a:pt x="138178" y="218122"/>
                      <a:pt x="130558" y="218122"/>
                      <a:pt x="122938" y="214313"/>
                    </a:cubicBezTo>
                    <a:lnTo>
                      <a:pt x="122938" y="214313"/>
                    </a:lnTo>
                    <a:cubicBezTo>
                      <a:pt x="122938" y="214313"/>
                      <a:pt x="122938" y="214313"/>
                      <a:pt x="122938" y="214313"/>
                    </a:cubicBezTo>
                    <a:lnTo>
                      <a:pt x="121986" y="214313"/>
                    </a:lnTo>
                    <a:cubicBezTo>
                      <a:pt x="108651" y="208597"/>
                      <a:pt x="101031" y="193357"/>
                      <a:pt x="104841" y="179070"/>
                    </a:cubicBezTo>
                    <a:cubicBezTo>
                      <a:pt x="104841" y="178117"/>
                      <a:pt x="104841" y="177165"/>
                      <a:pt x="105793" y="176213"/>
                    </a:cubicBezTo>
                    <a:cubicBezTo>
                      <a:pt x="92458" y="183832"/>
                      <a:pt x="76266" y="180975"/>
                      <a:pt x="66741" y="168592"/>
                    </a:cubicBezTo>
                    <a:cubicBezTo>
                      <a:pt x="66741" y="168592"/>
                      <a:pt x="65788" y="167640"/>
                      <a:pt x="65788" y="167640"/>
                    </a:cubicBezTo>
                    <a:cubicBezTo>
                      <a:pt x="56263" y="155257"/>
                      <a:pt x="58168" y="139065"/>
                      <a:pt x="67693" y="127635"/>
                    </a:cubicBezTo>
                    <a:cubicBezTo>
                      <a:pt x="53406" y="129540"/>
                      <a:pt x="39118" y="121920"/>
                      <a:pt x="34356" y="107632"/>
                    </a:cubicBezTo>
                    <a:cubicBezTo>
                      <a:pt x="34356" y="107632"/>
                      <a:pt x="34356" y="106680"/>
                      <a:pt x="34356" y="106680"/>
                    </a:cubicBezTo>
                    <a:cubicBezTo>
                      <a:pt x="29593" y="93345"/>
                      <a:pt x="35308" y="78105"/>
                      <a:pt x="46738" y="70485"/>
                    </a:cubicBezTo>
                    <a:cubicBezTo>
                      <a:pt x="33403" y="68580"/>
                      <a:pt x="21973" y="59055"/>
                      <a:pt x="20068" y="45720"/>
                    </a:cubicBezTo>
                    <a:cubicBezTo>
                      <a:pt x="20068" y="45720"/>
                      <a:pt x="20068" y="44767"/>
                      <a:pt x="20068" y="44767"/>
                    </a:cubicBezTo>
                    <a:lnTo>
                      <a:pt x="20068" y="43815"/>
                    </a:lnTo>
                    <a:cubicBezTo>
                      <a:pt x="18163" y="29527"/>
                      <a:pt x="26736" y="16192"/>
                      <a:pt x="39118" y="11430"/>
                    </a:cubicBezTo>
                    <a:cubicBezTo>
                      <a:pt x="32451" y="9525"/>
                      <a:pt x="26736" y="5715"/>
                      <a:pt x="22926" y="0"/>
                    </a:cubicBezTo>
                    <a:cubicBezTo>
                      <a:pt x="10543" y="2857"/>
                      <a:pt x="1018" y="13335"/>
                      <a:pt x="66" y="26670"/>
                    </a:cubicBezTo>
                    <a:cubicBezTo>
                      <a:pt x="66" y="26670"/>
                      <a:pt x="66" y="28575"/>
                      <a:pt x="66" y="28575"/>
                    </a:cubicBezTo>
                    <a:cubicBezTo>
                      <a:pt x="-887" y="41910"/>
                      <a:pt x="8638" y="54292"/>
                      <a:pt x="21021" y="58102"/>
                    </a:cubicBezTo>
                    <a:cubicBezTo>
                      <a:pt x="8638" y="62865"/>
                      <a:pt x="66" y="76200"/>
                      <a:pt x="1971" y="89535"/>
                    </a:cubicBezTo>
                    <a:lnTo>
                      <a:pt x="1971" y="90488"/>
                    </a:lnTo>
                    <a:cubicBezTo>
                      <a:pt x="1971" y="90488"/>
                      <a:pt x="1971" y="91440"/>
                      <a:pt x="1971" y="91440"/>
                    </a:cubicBezTo>
                    <a:cubicBezTo>
                      <a:pt x="3876" y="104775"/>
                      <a:pt x="14353" y="114300"/>
                      <a:pt x="27688" y="116205"/>
                    </a:cubicBezTo>
                    <a:cubicBezTo>
                      <a:pt x="16258" y="123825"/>
                      <a:pt x="10543" y="138113"/>
                      <a:pt x="15306" y="151447"/>
                    </a:cubicBezTo>
                    <a:cubicBezTo>
                      <a:pt x="15306" y="151447"/>
                      <a:pt x="15306" y="152400"/>
                      <a:pt x="15306" y="152400"/>
                    </a:cubicBezTo>
                    <a:cubicBezTo>
                      <a:pt x="20068" y="165735"/>
                      <a:pt x="33403" y="173355"/>
                      <a:pt x="47691" y="171450"/>
                    </a:cubicBezTo>
                    <a:cubicBezTo>
                      <a:pt x="38166" y="181927"/>
                      <a:pt x="37213" y="198120"/>
                      <a:pt x="45786" y="209550"/>
                    </a:cubicBezTo>
                    <a:cubicBezTo>
                      <a:pt x="45786" y="209550"/>
                      <a:pt x="46738" y="210502"/>
                      <a:pt x="46738" y="210502"/>
                    </a:cubicBezTo>
                    <a:cubicBezTo>
                      <a:pt x="56263" y="221932"/>
                      <a:pt x="72456" y="224790"/>
                      <a:pt x="84838" y="217170"/>
                    </a:cubicBezTo>
                    <a:cubicBezTo>
                      <a:pt x="80076" y="231457"/>
                      <a:pt x="86743" y="247650"/>
                      <a:pt x="101031" y="254317"/>
                    </a:cubicBezTo>
                    <a:lnTo>
                      <a:pt x="101983" y="254317"/>
                    </a:lnTo>
                    <a:cubicBezTo>
                      <a:pt x="101983" y="254317"/>
                      <a:pt x="101983" y="254317"/>
                      <a:pt x="101983" y="254317"/>
                    </a:cubicBezTo>
                    <a:lnTo>
                      <a:pt x="101983" y="254317"/>
                    </a:lnTo>
                    <a:cubicBezTo>
                      <a:pt x="108651" y="257175"/>
                      <a:pt x="116271" y="257175"/>
                      <a:pt x="123891" y="255270"/>
                    </a:cubicBezTo>
                    <a:cubicBezTo>
                      <a:pt x="129606" y="253365"/>
                      <a:pt x="135321" y="248602"/>
                      <a:pt x="138178" y="243840"/>
                    </a:cubicBezTo>
                    <a:cubicBezTo>
                      <a:pt x="141036" y="258127"/>
                      <a:pt x="153418" y="268605"/>
                      <a:pt x="167706" y="268605"/>
                    </a:cubicBezTo>
                    <a:lnTo>
                      <a:pt x="168658" y="268605"/>
                    </a:lnTo>
                    <a:lnTo>
                      <a:pt x="168658" y="268605"/>
                    </a:lnTo>
                    <a:cubicBezTo>
                      <a:pt x="181993" y="267652"/>
                      <a:pt x="194376" y="258127"/>
                      <a:pt x="197233" y="244792"/>
                    </a:cubicBezTo>
                    <a:close/>
                  </a:path>
                </a:pathLst>
              </a:custGeom>
              <a:solidFill>
                <a:srgbClr val="FFFFF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36" name="Google Shape;336;p38"/>
          <p:cNvGrpSpPr/>
          <p:nvPr/>
        </p:nvGrpSpPr>
        <p:grpSpPr>
          <a:xfrm>
            <a:off x="8272161" y="1869554"/>
            <a:ext cx="646475" cy="870741"/>
            <a:chOff x="564436" y="1125554"/>
            <a:chExt cx="646475" cy="870741"/>
          </a:xfrm>
        </p:grpSpPr>
        <p:grpSp>
          <p:nvGrpSpPr>
            <p:cNvPr id="337" name="Google Shape;337;p38"/>
            <p:cNvGrpSpPr/>
            <p:nvPr/>
          </p:nvGrpSpPr>
          <p:grpSpPr>
            <a:xfrm>
              <a:off x="745611" y="1125554"/>
              <a:ext cx="465300" cy="465300"/>
              <a:chOff x="8127961" y="1178860"/>
              <a:chExt cx="465300" cy="465300"/>
            </a:xfrm>
          </p:grpSpPr>
          <p:sp>
            <p:nvSpPr>
              <p:cNvPr id="338" name="Google Shape;338;p38"/>
              <p:cNvSpPr/>
              <p:nvPr/>
            </p:nvSpPr>
            <p:spPr>
              <a:xfrm flipH="1">
                <a:off x="8127961" y="1178860"/>
                <a:ext cx="465300" cy="4653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339" name="Google Shape;339;p38"/>
              <p:cNvGrpSpPr/>
              <p:nvPr/>
            </p:nvGrpSpPr>
            <p:grpSpPr>
              <a:xfrm flipH="1">
                <a:off x="8387681" y="1246187"/>
                <a:ext cx="166013" cy="180869"/>
                <a:chOff x="976372" y="467765"/>
                <a:chExt cx="287668" cy="313411"/>
              </a:xfrm>
            </p:grpSpPr>
            <p:sp>
              <p:nvSpPr>
                <p:cNvPr id="340" name="Google Shape;340;p38"/>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1" name="Google Shape;341;p38"/>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42" name="Google Shape;342;p38"/>
            <p:cNvGrpSpPr/>
            <p:nvPr/>
          </p:nvGrpSpPr>
          <p:grpSpPr>
            <a:xfrm>
              <a:off x="564436" y="1698695"/>
              <a:ext cx="297600" cy="297600"/>
              <a:chOff x="7963611" y="1427001"/>
              <a:chExt cx="297600" cy="297600"/>
            </a:xfrm>
          </p:grpSpPr>
          <p:sp>
            <p:nvSpPr>
              <p:cNvPr id="343" name="Google Shape;343;p38"/>
              <p:cNvSpPr/>
              <p:nvPr/>
            </p:nvSpPr>
            <p:spPr>
              <a:xfrm flipH="1">
                <a:off x="7963611" y="1427001"/>
                <a:ext cx="297600" cy="2976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344" name="Google Shape;344;p38"/>
              <p:cNvGrpSpPr/>
              <p:nvPr/>
            </p:nvGrpSpPr>
            <p:grpSpPr>
              <a:xfrm flipH="1" rot="-1389688">
                <a:off x="8090426" y="1445604"/>
                <a:ext cx="116582" cy="143560"/>
                <a:chOff x="976372" y="467765"/>
                <a:chExt cx="287668" cy="313411"/>
              </a:xfrm>
            </p:grpSpPr>
            <p:sp>
              <p:nvSpPr>
                <p:cNvPr id="345" name="Google Shape;345;p38"/>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6" name="Google Shape;346;p38"/>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347" name="Google Shape;347;p38"/>
          <p:cNvSpPr/>
          <p:nvPr/>
        </p:nvSpPr>
        <p:spPr>
          <a:xfrm flipH="1">
            <a:off x="-26009" y="1089919"/>
            <a:ext cx="250621" cy="251826"/>
          </a:xfrm>
          <a:custGeom>
            <a:rect b="b" l="l" r="r" t="t"/>
            <a:pathLst>
              <a:path extrusionOk="0" h="199072" w="198119">
                <a:moveTo>
                  <a:pt x="28575" y="100013"/>
                </a:moveTo>
                <a:lnTo>
                  <a:pt x="0" y="199072"/>
                </a:lnTo>
                <a:lnTo>
                  <a:pt x="99060" y="169545"/>
                </a:lnTo>
                <a:lnTo>
                  <a:pt x="198120" y="199072"/>
                </a:lnTo>
                <a:lnTo>
                  <a:pt x="169545" y="100013"/>
                </a:lnTo>
                <a:lnTo>
                  <a:pt x="198120" y="0"/>
                </a:lnTo>
                <a:lnTo>
                  <a:pt x="99060" y="29528"/>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8" name="Google Shape;348;p38"/>
          <p:cNvSpPr txBox="1"/>
          <p:nvPr>
            <p:ph type="title"/>
          </p:nvPr>
        </p:nvSpPr>
        <p:spPr>
          <a:xfrm>
            <a:off x="2347950" y="665600"/>
            <a:ext cx="4448100" cy="996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5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49" name="Google Shape;349;p38"/>
          <p:cNvSpPr txBox="1"/>
          <p:nvPr>
            <p:ph idx="1" type="subTitle"/>
          </p:nvPr>
        </p:nvSpPr>
        <p:spPr>
          <a:xfrm>
            <a:off x="2347900" y="1570150"/>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0" name="Google Shape;350;p38"/>
          <p:cNvSpPr txBox="1"/>
          <p:nvPr/>
        </p:nvSpPr>
        <p:spPr>
          <a:xfrm>
            <a:off x="2099100" y="3474225"/>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dk1"/>
                </a:solidFill>
                <a:latin typeface="Albert Sans"/>
                <a:ea typeface="Albert Sans"/>
                <a:cs typeface="Albert Sans"/>
                <a:sym typeface="Albert Sans"/>
              </a:rPr>
              <a:t>CREDITS:</a:t>
            </a:r>
            <a:r>
              <a:rPr b="0" i="0" lang="en" sz="1200" u="none" cap="none" strike="noStrike">
                <a:solidFill>
                  <a:schemeClr val="dk1"/>
                </a:solidFill>
                <a:latin typeface="Albert Sans"/>
                <a:ea typeface="Albert Sans"/>
                <a:cs typeface="Albert Sans"/>
                <a:sym typeface="Albert Sans"/>
              </a:rPr>
              <a:t> This presentation template was created by </a:t>
            </a:r>
            <a:r>
              <a:rPr b="1" i="0" lang="en" sz="1200" u="sng" cap="none" strike="noStrike">
                <a:solidFill>
                  <a:schemeClr val="dk1"/>
                </a:solidFill>
                <a:latin typeface="Albert Sans"/>
                <a:ea typeface="Albert Sans"/>
                <a:cs typeface="Albert Sans"/>
                <a:sym typeface="Albert Sans"/>
                <a:hlinkClick r:id="rId2">
                  <a:extLst>
                    <a:ext uri="{A12FA001-AC4F-418D-AE19-62706E023703}">
                      <ahyp:hlinkClr val="tx"/>
                    </a:ext>
                  </a:extLst>
                </a:hlinkClick>
              </a:rPr>
              <a:t>Slidesgo</a:t>
            </a:r>
            <a:r>
              <a:rPr b="0" i="0" lang="en" sz="1200" u="none" cap="none" strike="noStrike">
                <a:solidFill>
                  <a:schemeClr val="dk1"/>
                </a:solidFill>
                <a:latin typeface="Albert Sans"/>
                <a:ea typeface="Albert Sans"/>
                <a:cs typeface="Albert Sans"/>
                <a:sym typeface="Albert Sans"/>
              </a:rPr>
              <a:t>, and includes icons by </a:t>
            </a:r>
            <a:r>
              <a:rPr b="1" i="0" lang="en" sz="1200" u="sng" cap="none" strike="noStrike">
                <a:solidFill>
                  <a:schemeClr val="dk1"/>
                </a:solidFill>
                <a:latin typeface="Albert Sans"/>
                <a:ea typeface="Albert Sans"/>
                <a:cs typeface="Albert Sans"/>
                <a:sym typeface="Albert Sans"/>
                <a:hlinkClick r:id="rId3">
                  <a:extLst>
                    <a:ext uri="{A12FA001-AC4F-418D-AE19-62706E023703}">
                      <ahyp:hlinkClr val="tx"/>
                    </a:ext>
                  </a:extLst>
                </a:hlinkClick>
              </a:rPr>
              <a:t>Flaticon</a:t>
            </a:r>
            <a:r>
              <a:rPr b="0" i="0" lang="en" sz="1200" u="none" cap="none" strike="noStrike">
                <a:solidFill>
                  <a:schemeClr val="dk1"/>
                </a:solidFill>
                <a:latin typeface="Albert Sans"/>
                <a:ea typeface="Albert Sans"/>
                <a:cs typeface="Albert Sans"/>
                <a:sym typeface="Albert Sans"/>
              </a:rPr>
              <a:t>, and infographics &amp; images by </a:t>
            </a:r>
            <a:r>
              <a:rPr b="1" i="0" lang="en" sz="1200" u="sng" cap="none" strike="noStrike">
                <a:solidFill>
                  <a:schemeClr val="dk1"/>
                </a:solidFill>
                <a:latin typeface="Albert Sans"/>
                <a:ea typeface="Albert Sans"/>
                <a:cs typeface="Albert Sans"/>
                <a:sym typeface="Albert Sans"/>
                <a:hlinkClick r:id="rId4">
                  <a:extLst>
                    <a:ext uri="{A12FA001-AC4F-418D-AE19-62706E023703}">
                      <ahyp:hlinkClr val="tx"/>
                    </a:ext>
                  </a:extLst>
                </a:hlinkClick>
              </a:rPr>
              <a:t>Freepik</a:t>
            </a:r>
            <a:r>
              <a:rPr b="0" i="0" lang="en" sz="1200" u="sng" cap="none" strike="noStrike">
                <a:solidFill>
                  <a:schemeClr val="dk1"/>
                </a:solidFill>
                <a:latin typeface="Albert Sans"/>
                <a:ea typeface="Albert Sans"/>
                <a:cs typeface="Albert Sans"/>
                <a:sym typeface="Albert Sans"/>
              </a:rPr>
              <a:t> </a:t>
            </a:r>
            <a:endParaRPr b="1" i="0" sz="1200" u="sng" cap="none" strike="noStrike">
              <a:solidFill>
                <a:schemeClr val="dk1"/>
              </a:solidFill>
              <a:latin typeface="Albert Sans"/>
              <a:ea typeface="Albert Sans"/>
              <a:cs typeface="Albert Sans"/>
              <a:sym typeface="Albert Sans"/>
            </a:endParaRPr>
          </a:p>
        </p:txBody>
      </p:sp>
      <p:sp>
        <p:nvSpPr>
          <p:cNvPr id="351" name="Google Shape;351;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52" name="Shape 352"/>
        <p:cNvGrpSpPr/>
        <p:nvPr/>
      </p:nvGrpSpPr>
      <p:grpSpPr>
        <a:xfrm>
          <a:off x="0" y="0"/>
          <a:ext cx="0" cy="0"/>
          <a:chOff x="0" y="0"/>
          <a:chExt cx="0" cy="0"/>
        </a:xfrm>
      </p:grpSpPr>
      <p:grpSp>
        <p:nvGrpSpPr>
          <p:cNvPr id="353" name="Google Shape;353;p39"/>
          <p:cNvGrpSpPr/>
          <p:nvPr/>
        </p:nvGrpSpPr>
        <p:grpSpPr>
          <a:xfrm flipH="1">
            <a:off x="-2169840" y="-1520243"/>
            <a:ext cx="13340220" cy="8271665"/>
            <a:chOff x="-1840387" y="-1520243"/>
            <a:chExt cx="13340220" cy="8271665"/>
          </a:xfrm>
        </p:grpSpPr>
        <p:sp>
          <p:nvSpPr>
            <p:cNvPr id="354" name="Google Shape;354;p39"/>
            <p:cNvSpPr/>
            <p:nvPr/>
          </p:nvSpPr>
          <p:spPr>
            <a:xfrm rot="7749209">
              <a:off x="-1321412" y="-887310"/>
              <a:ext cx="2930843" cy="2731626"/>
            </a:xfrm>
            <a:custGeom>
              <a:rect b="b" l="l" r="r" t="t"/>
              <a:pathLst>
                <a:path extrusionOk="0" h="3349027" w="3593270">
                  <a:moveTo>
                    <a:pt x="40223" y="1501012"/>
                  </a:moveTo>
                  <a:cubicBezTo>
                    <a:pt x="70703" y="1399095"/>
                    <a:pt x="120233" y="1300035"/>
                    <a:pt x="194528" y="1224787"/>
                  </a:cubicBezTo>
                  <a:cubicBezTo>
                    <a:pt x="372646" y="1043812"/>
                    <a:pt x="653633" y="1022857"/>
                    <a:pt x="906998" y="1028572"/>
                  </a:cubicBezTo>
                  <a:cubicBezTo>
                    <a:pt x="1160363" y="1034287"/>
                    <a:pt x="1431826" y="1053337"/>
                    <a:pt x="1649948" y="923797"/>
                  </a:cubicBezTo>
                  <a:cubicBezTo>
                    <a:pt x="1846163" y="807592"/>
                    <a:pt x="1959511" y="596137"/>
                    <a:pt x="2085241" y="406590"/>
                  </a:cubicBezTo>
                  <a:cubicBezTo>
                    <a:pt x="2210971" y="217042"/>
                    <a:pt x="2381468" y="26542"/>
                    <a:pt x="2607211" y="2730"/>
                  </a:cubicBezTo>
                  <a:cubicBezTo>
                    <a:pt x="2762468" y="-14415"/>
                    <a:pt x="2914868" y="51307"/>
                    <a:pt x="3041551" y="140842"/>
                  </a:cubicBezTo>
                  <a:cubicBezTo>
                    <a:pt x="3335874" y="348487"/>
                    <a:pt x="3526374" y="696150"/>
                    <a:pt x="3543518" y="1056195"/>
                  </a:cubicBezTo>
                  <a:cubicBezTo>
                    <a:pt x="3549234" y="1179067"/>
                    <a:pt x="3535899" y="1302892"/>
                    <a:pt x="3511134" y="1422907"/>
                  </a:cubicBezTo>
                  <a:cubicBezTo>
                    <a:pt x="3506371" y="1447672"/>
                    <a:pt x="3500656" y="1471485"/>
                    <a:pt x="3493988" y="1496250"/>
                  </a:cubicBezTo>
                  <a:cubicBezTo>
                    <a:pt x="3442553" y="1688655"/>
                    <a:pt x="3454936" y="1892490"/>
                    <a:pt x="3529231" y="2078227"/>
                  </a:cubicBezTo>
                  <a:cubicBezTo>
                    <a:pt x="3529231" y="2079180"/>
                    <a:pt x="3530184" y="2080132"/>
                    <a:pt x="3530184" y="2081085"/>
                  </a:cubicBezTo>
                  <a:cubicBezTo>
                    <a:pt x="3622576" y="2311590"/>
                    <a:pt x="3613051" y="2580195"/>
                    <a:pt x="3504466" y="2803080"/>
                  </a:cubicBezTo>
                  <a:cubicBezTo>
                    <a:pt x="3396834" y="3025965"/>
                    <a:pt x="3192046" y="3200272"/>
                    <a:pt x="2953921" y="3271710"/>
                  </a:cubicBezTo>
                  <a:cubicBezTo>
                    <a:pt x="2811046" y="3314572"/>
                    <a:pt x="2660551" y="3320287"/>
                    <a:pt x="2511961" y="3300285"/>
                  </a:cubicBezTo>
                  <a:cubicBezTo>
                    <a:pt x="2409091" y="3286950"/>
                    <a:pt x="2304316" y="3294570"/>
                    <a:pt x="2203351" y="3318382"/>
                  </a:cubicBezTo>
                  <a:cubicBezTo>
                    <a:pt x="2150011" y="3330765"/>
                    <a:pt x="2096671" y="3340290"/>
                    <a:pt x="2041426" y="3345052"/>
                  </a:cubicBezTo>
                  <a:cubicBezTo>
                    <a:pt x="1865213" y="3360292"/>
                    <a:pt x="1688048" y="3329812"/>
                    <a:pt x="1516598" y="3285997"/>
                  </a:cubicBezTo>
                  <a:cubicBezTo>
                    <a:pt x="1141313" y="3189795"/>
                    <a:pt x="778411" y="3025012"/>
                    <a:pt x="488851" y="2765932"/>
                  </a:cubicBezTo>
                  <a:cubicBezTo>
                    <a:pt x="312638" y="2608770"/>
                    <a:pt x="165001" y="2415412"/>
                    <a:pt x="78323" y="2195385"/>
                  </a:cubicBezTo>
                  <a:cubicBezTo>
                    <a:pt x="-6449" y="1976310"/>
                    <a:pt x="-27404" y="1727707"/>
                    <a:pt x="40223" y="1501012"/>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5" name="Google Shape;355;p39"/>
            <p:cNvSpPr/>
            <p:nvPr/>
          </p:nvSpPr>
          <p:spPr>
            <a:xfrm rot="-3185792">
              <a:off x="7980870" y="3309655"/>
              <a:ext cx="2996559" cy="2803766"/>
            </a:xfrm>
            <a:custGeom>
              <a:rect b="b" l="l" r="r" t="t"/>
              <a:pathLst>
                <a:path extrusionOk="0" h="3285021" w="3510906">
                  <a:moveTo>
                    <a:pt x="3226480" y="2701895"/>
                  </a:moveTo>
                  <a:cubicBezTo>
                    <a:pt x="3242672" y="2556163"/>
                    <a:pt x="3189332" y="2415193"/>
                    <a:pt x="3115989" y="2294226"/>
                  </a:cubicBezTo>
                  <a:cubicBezTo>
                    <a:pt x="3069317" y="2218026"/>
                    <a:pt x="3012167" y="2141826"/>
                    <a:pt x="3007405" y="2050385"/>
                  </a:cubicBezTo>
                  <a:cubicBezTo>
                    <a:pt x="2999785" y="1915130"/>
                    <a:pt x="3103607" y="1796068"/>
                    <a:pt x="3197905" y="1690340"/>
                  </a:cubicBezTo>
                  <a:cubicBezTo>
                    <a:pt x="3309347" y="1565563"/>
                    <a:pt x="3417932" y="1433165"/>
                    <a:pt x="3472225" y="1277908"/>
                  </a:cubicBezTo>
                  <a:cubicBezTo>
                    <a:pt x="3584620" y="955010"/>
                    <a:pt x="3436982" y="611158"/>
                    <a:pt x="3223622" y="365413"/>
                  </a:cubicBezTo>
                  <a:cubicBezTo>
                    <a:pt x="3090272" y="211108"/>
                    <a:pt x="2924537" y="77758"/>
                    <a:pt x="2723560" y="23465"/>
                  </a:cubicBezTo>
                  <a:cubicBezTo>
                    <a:pt x="2522582" y="-30827"/>
                    <a:pt x="2284457" y="7273"/>
                    <a:pt x="2125389" y="156815"/>
                  </a:cubicBezTo>
                  <a:cubicBezTo>
                    <a:pt x="1977752" y="295880"/>
                    <a:pt x="1902504" y="520670"/>
                    <a:pt x="1714862" y="593060"/>
                  </a:cubicBezTo>
                  <a:cubicBezTo>
                    <a:pt x="1565320" y="650210"/>
                    <a:pt x="1405299" y="582583"/>
                    <a:pt x="1278617" y="498763"/>
                  </a:cubicBezTo>
                  <a:cubicBezTo>
                    <a:pt x="1151935" y="414943"/>
                    <a:pt x="1030967" y="310168"/>
                    <a:pt x="877615" y="285403"/>
                  </a:cubicBezTo>
                  <a:cubicBezTo>
                    <a:pt x="738549" y="262543"/>
                    <a:pt x="589007" y="312073"/>
                    <a:pt x="468992" y="396845"/>
                  </a:cubicBezTo>
                  <a:cubicBezTo>
                    <a:pt x="348977" y="481618"/>
                    <a:pt x="255632" y="599728"/>
                    <a:pt x="177527" y="723553"/>
                  </a:cubicBezTo>
                  <a:cubicBezTo>
                    <a:pt x="51797" y="924530"/>
                    <a:pt x="-38691" y="1165513"/>
                    <a:pt x="16554" y="1385540"/>
                  </a:cubicBezTo>
                  <a:cubicBezTo>
                    <a:pt x="74657" y="1616045"/>
                    <a:pt x="278492" y="1769398"/>
                    <a:pt x="478517" y="1893223"/>
                  </a:cubicBezTo>
                  <a:cubicBezTo>
                    <a:pt x="635679" y="1990378"/>
                    <a:pt x="804272" y="2079913"/>
                    <a:pt x="984294" y="2127538"/>
                  </a:cubicBezTo>
                  <a:cubicBezTo>
                    <a:pt x="1005249" y="2138968"/>
                    <a:pt x="1025252" y="2151351"/>
                    <a:pt x="1044302" y="2163733"/>
                  </a:cubicBezTo>
                  <a:cubicBezTo>
                    <a:pt x="1324337" y="2351376"/>
                    <a:pt x="1423397" y="2714278"/>
                    <a:pt x="1650092" y="2962880"/>
                  </a:cubicBezTo>
                  <a:cubicBezTo>
                    <a:pt x="1883454" y="3218151"/>
                    <a:pt x="2257787" y="3335308"/>
                    <a:pt x="2612117" y="3264823"/>
                  </a:cubicBezTo>
                  <a:cubicBezTo>
                    <a:pt x="2755945" y="3236248"/>
                    <a:pt x="2897867" y="3177193"/>
                    <a:pt x="3012167" y="3080038"/>
                  </a:cubicBezTo>
                  <a:cubicBezTo>
                    <a:pt x="3126467" y="2982883"/>
                    <a:pt x="3211239" y="2845723"/>
                    <a:pt x="3226480" y="2701895"/>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56" name="Google Shape;356;p39"/>
          <p:cNvSpPr/>
          <p:nvPr/>
        </p:nvSpPr>
        <p:spPr>
          <a:xfrm flipH="1">
            <a:off x="808322" y="3257915"/>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57" name="Google Shape;357;p39"/>
          <p:cNvGrpSpPr/>
          <p:nvPr/>
        </p:nvGrpSpPr>
        <p:grpSpPr>
          <a:xfrm>
            <a:off x="301957" y="3642933"/>
            <a:ext cx="1515010" cy="1112102"/>
            <a:chOff x="6270424" y="1833307"/>
            <a:chExt cx="1515010" cy="1112102"/>
          </a:xfrm>
        </p:grpSpPr>
        <p:grpSp>
          <p:nvGrpSpPr>
            <p:cNvPr id="358" name="Google Shape;358;p39"/>
            <p:cNvGrpSpPr/>
            <p:nvPr/>
          </p:nvGrpSpPr>
          <p:grpSpPr>
            <a:xfrm>
              <a:off x="6270424" y="1833307"/>
              <a:ext cx="1515010" cy="1112102"/>
              <a:chOff x="4003774" y="1288732"/>
              <a:chExt cx="1515010" cy="1112102"/>
            </a:xfrm>
          </p:grpSpPr>
          <p:sp>
            <p:nvSpPr>
              <p:cNvPr id="359" name="Google Shape;359;p39"/>
              <p:cNvSpPr/>
              <p:nvPr/>
            </p:nvSpPr>
            <p:spPr>
              <a:xfrm>
                <a:off x="4003774" y="1288732"/>
                <a:ext cx="1515010" cy="1112102"/>
              </a:xfrm>
              <a:custGeom>
                <a:rect b="b" l="l" r="r" t="t"/>
                <a:pathLst>
                  <a:path extrusionOk="0" h="1112102" w="1515010">
                    <a:moveTo>
                      <a:pt x="68163" y="0"/>
                    </a:moveTo>
                    <a:cubicBezTo>
                      <a:pt x="-109002" y="400050"/>
                      <a:pt x="71020" y="866775"/>
                      <a:pt x="471070" y="1043940"/>
                    </a:cubicBezTo>
                    <a:cubicBezTo>
                      <a:pt x="871121" y="1221105"/>
                      <a:pt x="1337846" y="1041083"/>
                      <a:pt x="1515010" y="641033"/>
                    </a:cubicBezTo>
                    <a:lnTo>
                      <a:pt x="68163" y="0"/>
                    </a:lnTo>
                    <a:close/>
                  </a:path>
                </a:pathLst>
              </a:custGeom>
              <a:solidFill>
                <a:schemeClr val="accent5"/>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 name="Google Shape;360;p39"/>
              <p:cNvSpPr/>
              <p:nvPr/>
            </p:nvSpPr>
            <p:spPr>
              <a:xfrm>
                <a:off x="4113377" y="1332547"/>
                <a:ext cx="1305394" cy="958684"/>
              </a:xfrm>
              <a:custGeom>
                <a:rect b="b" l="l" r="r" t="t"/>
                <a:pathLst>
                  <a:path extrusionOk="0" h="958684" w="1305394">
                    <a:moveTo>
                      <a:pt x="58572" y="0"/>
                    </a:moveTo>
                    <a:cubicBezTo>
                      <a:pt x="-93828" y="343853"/>
                      <a:pt x="61430" y="746760"/>
                      <a:pt x="405282" y="900113"/>
                    </a:cubicBezTo>
                    <a:cubicBezTo>
                      <a:pt x="749135" y="1052513"/>
                      <a:pt x="1152042" y="897255"/>
                      <a:pt x="1305395" y="553403"/>
                    </a:cubicBezTo>
                    <a:lnTo>
                      <a:pt x="58572"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61" name="Google Shape;361;p39"/>
            <p:cNvGrpSpPr/>
            <p:nvPr/>
          </p:nvGrpSpPr>
          <p:grpSpPr>
            <a:xfrm>
              <a:off x="6418597" y="1893315"/>
              <a:ext cx="1231582" cy="903922"/>
              <a:chOff x="4151947" y="1348740"/>
              <a:chExt cx="1231582" cy="903922"/>
            </a:xfrm>
          </p:grpSpPr>
          <p:sp>
            <p:nvSpPr>
              <p:cNvPr id="362" name="Google Shape;362;p39"/>
              <p:cNvSpPr/>
              <p:nvPr/>
            </p:nvSpPr>
            <p:spPr>
              <a:xfrm>
                <a:off x="4151947" y="1348740"/>
                <a:ext cx="1231582" cy="903922"/>
              </a:xfrm>
              <a:custGeom>
                <a:rect b="b" l="l" r="r" t="t"/>
                <a:pathLst>
                  <a:path extrusionOk="0" h="903922" w="1231582">
                    <a:moveTo>
                      <a:pt x="55245" y="0"/>
                    </a:moveTo>
                    <a:cubicBezTo>
                      <a:pt x="-88582" y="324802"/>
                      <a:pt x="58103" y="704850"/>
                      <a:pt x="382905" y="848677"/>
                    </a:cubicBezTo>
                    <a:cubicBezTo>
                      <a:pt x="707708" y="992505"/>
                      <a:pt x="1087755" y="845820"/>
                      <a:pt x="1231583" y="521018"/>
                    </a:cubicBezTo>
                    <a:lnTo>
                      <a:pt x="55245" y="0"/>
                    </a:lnTo>
                    <a:close/>
                  </a:path>
                </a:pathLst>
              </a:custGeom>
              <a:solidFill>
                <a:schemeClr val="accent3"/>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 name="Google Shape;363;p39"/>
              <p:cNvSpPr/>
              <p:nvPr/>
            </p:nvSpPr>
            <p:spPr>
              <a:xfrm>
                <a:off x="4294457" y="1489345"/>
                <a:ext cx="73119" cy="44544"/>
              </a:xfrm>
              <a:custGeom>
                <a:rect b="b" l="l" r="r" t="t"/>
                <a:pathLst>
                  <a:path extrusionOk="0" h="44544" w="73119">
                    <a:moveTo>
                      <a:pt x="365" y="30845"/>
                    </a:moveTo>
                    <a:lnTo>
                      <a:pt x="365" y="28940"/>
                    </a:lnTo>
                    <a:cubicBezTo>
                      <a:pt x="-1540" y="19415"/>
                      <a:pt x="4175" y="10842"/>
                      <a:pt x="13700" y="8937"/>
                    </a:cubicBezTo>
                    <a:lnTo>
                      <a:pt x="52753" y="365"/>
                    </a:lnTo>
                    <a:cubicBezTo>
                      <a:pt x="62278" y="-1540"/>
                      <a:pt x="70850" y="4175"/>
                      <a:pt x="72755" y="13700"/>
                    </a:cubicBezTo>
                    <a:lnTo>
                      <a:pt x="72755" y="15605"/>
                    </a:lnTo>
                    <a:cubicBezTo>
                      <a:pt x="74660" y="25130"/>
                      <a:pt x="68945" y="33703"/>
                      <a:pt x="59420" y="35607"/>
                    </a:cubicBezTo>
                    <a:lnTo>
                      <a:pt x="20367" y="44180"/>
                    </a:lnTo>
                    <a:cubicBezTo>
                      <a:pt x="10842" y="46085"/>
                      <a:pt x="2270" y="40370"/>
                      <a:pt x="365" y="30845"/>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4" name="Google Shape;364;p39"/>
              <p:cNvSpPr/>
              <p:nvPr/>
            </p:nvSpPr>
            <p:spPr>
              <a:xfrm>
                <a:off x="4415263" y="1686351"/>
                <a:ext cx="65822" cy="59445"/>
              </a:xfrm>
              <a:custGeom>
                <a:rect b="b" l="l" r="r" t="t"/>
                <a:pathLst>
                  <a:path extrusionOk="0" h="59445" w="65822">
                    <a:moveTo>
                      <a:pt x="4336" y="52914"/>
                    </a:moveTo>
                    <a:lnTo>
                      <a:pt x="3384" y="51009"/>
                    </a:lnTo>
                    <a:cubicBezTo>
                      <a:pt x="-2331" y="43389"/>
                      <a:pt x="-426" y="32911"/>
                      <a:pt x="6241" y="27196"/>
                    </a:cubicBezTo>
                    <a:lnTo>
                      <a:pt x="37674" y="3384"/>
                    </a:lnTo>
                    <a:cubicBezTo>
                      <a:pt x="45294" y="-2331"/>
                      <a:pt x="55771" y="-426"/>
                      <a:pt x="61486" y="6241"/>
                    </a:cubicBezTo>
                    <a:lnTo>
                      <a:pt x="62439" y="8146"/>
                    </a:lnTo>
                    <a:cubicBezTo>
                      <a:pt x="68154" y="15766"/>
                      <a:pt x="66249" y="26244"/>
                      <a:pt x="59581" y="31959"/>
                    </a:cubicBezTo>
                    <a:lnTo>
                      <a:pt x="28149" y="55771"/>
                    </a:lnTo>
                    <a:cubicBezTo>
                      <a:pt x="20529" y="61486"/>
                      <a:pt x="10051" y="60534"/>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p39"/>
              <p:cNvSpPr/>
              <p:nvPr/>
            </p:nvSpPr>
            <p:spPr>
              <a:xfrm>
                <a:off x="4661008" y="1770171"/>
                <a:ext cx="65822" cy="59155"/>
              </a:xfrm>
              <a:custGeom>
                <a:rect b="b" l="l" r="r" t="t"/>
                <a:pathLst>
                  <a:path extrusionOk="0" h="59155" w="65822">
                    <a:moveTo>
                      <a:pt x="4336" y="52914"/>
                    </a:moveTo>
                    <a:lnTo>
                      <a:pt x="3384" y="51009"/>
                    </a:lnTo>
                    <a:cubicBezTo>
                      <a:pt x="-2331" y="43389"/>
                      <a:pt x="-426" y="32911"/>
                      <a:pt x="6241" y="27196"/>
                    </a:cubicBezTo>
                    <a:lnTo>
                      <a:pt x="37674" y="3384"/>
                    </a:lnTo>
                    <a:cubicBezTo>
                      <a:pt x="45294" y="-2331"/>
                      <a:pt x="55771" y="-426"/>
                      <a:pt x="61486" y="6241"/>
                    </a:cubicBezTo>
                    <a:lnTo>
                      <a:pt x="62439" y="8146"/>
                    </a:lnTo>
                    <a:cubicBezTo>
                      <a:pt x="68154" y="15766"/>
                      <a:pt x="66249" y="26244"/>
                      <a:pt x="59581" y="31959"/>
                    </a:cubicBezTo>
                    <a:lnTo>
                      <a:pt x="28149" y="55771"/>
                    </a:lnTo>
                    <a:cubicBezTo>
                      <a:pt x="21481" y="61486"/>
                      <a:pt x="10051" y="59581"/>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39"/>
              <p:cNvSpPr/>
              <p:nvPr/>
            </p:nvSpPr>
            <p:spPr>
              <a:xfrm>
                <a:off x="5160118" y="1856848"/>
                <a:ext cx="65822" cy="59847"/>
              </a:xfrm>
              <a:custGeom>
                <a:rect b="b" l="l" r="r" t="t"/>
                <a:pathLst>
                  <a:path extrusionOk="0" h="59847" w="65822">
                    <a:moveTo>
                      <a:pt x="4336" y="52914"/>
                    </a:moveTo>
                    <a:lnTo>
                      <a:pt x="3384" y="51009"/>
                    </a:lnTo>
                    <a:cubicBezTo>
                      <a:pt x="-2331" y="43389"/>
                      <a:pt x="-426" y="32911"/>
                      <a:pt x="6241" y="27196"/>
                    </a:cubicBezTo>
                    <a:lnTo>
                      <a:pt x="37674" y="3384"/>
                    </a:lnTo>
                    <a:cubicBezTo>
                      <a:pt x="45294" y="-2331"/>
                      <a:pt x="55772" y="-426"/>
                      <a:pt x="61486" y="6241"/>
                    </a:cubicBezTo>
                    <a:lnTo>
                      <a:pt x="62439" y="8146"/>
                    </a:lnTo>
                    <a:cubicBezTo>
                      <a:pt x="68154" y="15766"/>
                      <a:pt x="66249" y="26244"/>
                      <a:pt x="59581" y="31959"/>
                    </a:cubicBezTo>
                    <a:lnTo>
                      <a:pt x="28149" y="55771"/>
                    </a:lnTo>
                    <a:cubicBezTo>
                      <a:pt x="20529" y="62439"/>
                      <a:pt x="10051" y="60534"/>
                      <a:pt x="4336" y="5291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p39"/>
              <p:cNvSpPr/>
              <p:nvPr/>
            </p:nvSpPr>
            <p:spPr>
              <a:xfrm>
                <a:off x="4450609" y="1545484"/>
                <a:ext cx="67521" cy="55139"/>
              </a:xfrm>
              <a:custGeom>
                <a:rect b="b" l="l" r="r" t="t"/>
                <a:pathLst>
                  <a:path extrusionOk="0" h="55139" w="67521">
                    <a:moveTo>
                      <a:pt x="2328" y="9948"/>
                    </a:moveTo>
                    <a:lnTo>
                      <a:pt x="3281" y="8043"/>
                    </a:lnTo>
                    <a:cubicBezTo>
                      <a:pt x="8043" y="423"/>
                      <a:pt x="18521" y="-2434"/>
                      <a:pt x="26141" y="2328"/>
                    </a:cubicBezTo>
                    <a:lnTo>
                      <a:pt x="59478" y="22331"/>
                    </a:lnTo>
                    <a:cubicBezTo>
                      <a:pt x="67098" y="27093"/>
                      <a:pt x="69956" y="37571"/>
                      <a:pt x="65193" y="45191"/>
                    </a:cubicBezTo>
                    <a:lnTo>
                      <a:pt x="64241" y="47096"/>
                    </a:lnTo>
                    <a:cubicBezTo>
                      <a:pt x="59478" y="54716"/>
                      <a:pt x="49001" y="57573"/>
                      <a:pt x="41381" y="52811"/>
                    </a:cubicBezTo>
                    <a:lnTo>
                      <a:pt x="8043" y="32808"/>
                    </a:lnTo>
                    <a:cubicBezTo>
                      <a:pt x="423" y="28046"/>
                      <a:pt x="-2434" y="17568"/>
                      <a:pt x="2328" y="9948"/>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8" name="Google Shape;368;p39"/>
              <p:cNvSpPr/>
              <p:nvPr/>
            </p:nvSpPr>
            <p:spPr>
              <a:xfrm>
                <a:off x="4643062" y="1626494"/>
                <a:ext cx="71235" cy="50843"/>
              </a:xfrm>
              <a:custGeom>
                <a:rect b="b" l="l" r="r" t="t"/>
                <a:pathLst>
                  <a:path extrusionOk="0" h="50843" w="71235">
                    <a:moveTo>
                      <a:pt x="2280" y="40380"/>
                    </a:moveTo>
                    <a:lnTo>
                      <a:pt x="1328" y="38475"/>
                    </a:lnTo>
                    <a:cubicBezTo>
                      <a:pt x="-2482" y="29903"/>
                      <a:pt x="2280" y="20378"/>
                      <a:pt x="10853" y="16568"/>
                    </a:cubicBezTo>
                    <a:lnTo>
                      <a:pt x="47048" y="1328"/>
                    </a:lnTo>
                    <a:cubicBezTo>
                      <a:pt x="55620" y="-2482"/>
                      <a:pt x="65145" y="2280"/>
                      <a:pt x="68955" y="10853"/>
                    </a:cubicBezTo>
                    <a:lnTo>
                      <a:pt x="69908" y="12758"/>
                    </a:lnTo>
                    <a:cubicBezTo>
                      <a:pt x="73718" y="21330"/>
                      <a:pt x="68955" y="30855"/>
                      <a:pt x="60383" y="34665"/>
                    </a:cubicBezTo>
                    <a:lnTo>
                      <a:pt x="24188" y="49905"/>
                    </a:lnTo>
                    <a:cubicBezTo>
                      <a:pt x="15615" y="52763"/>
                      <a:pt x="6090" y="48953"/>
                      <a:pt x="2280" y="4038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9" name="Google Shape;369;p39"/>
              <p:cNvSpPr/>
              <p:nvPr/>
            </p:nvSpPr>
            <p:spPr>
              <a:xfrm>
                <a:off x="4823588" y="1696531"/>
                <a:ext cx="47286" cy="73084"/>
              </a:xfrm>
              <a:custGeom>
                <a:rect b="b" l="l" r="r" t="t"/>
                <a:pathLst>
                  <a:path extrusionOk="0" h="73084" w="47286">
                    <a:moveTo>
                      <a:pt x="35114" y="71309"/>
                    </a:moveTo>
                    <a:lnTo>
                      <a:pt x="33209" y="72261"/>
                    </a:lnTo>
                    <a:cubicBezTo>
                      <a:pt x="24636" y="75119"/>
                      <a:pt x="15111" y="70356"/>
                      <a:pt x="12254" y="60831"/>
                    </a:cubicBezTo>
                    <a:lnTo>
                      <a:pt x="824" y="22731"/>
                    </a:lnTo>
                    <a:cubicBezTo>
                      <a:pt x="-2034" y="14159"/>
                      <a:pt x="2729" y="4634"/>
                      <a:pt x="12254" y="1776"/>
                    </a:cubicBezTo>
                    <a:lnTo>
                      <a:pt x="14159" y="824"/>
                    </a:lnTo>
                    <a:cubicBezTo>
                      <a:pt x="22731" y="-2034"/>
                      <a:pt x="32256" y="2729"/>
                      <a:pt x="35114" y="12254"/>
                    </a:cubicBezTo>
                    <a:lnTo>
                      <a:pt x="46544" y="50354"/>
                    </a:lnTo>
                    <a:cubicBezTo>
                      <a:pt x="49401" y="59879"/>
                      <a:pt x="43686" y="69404"/>
                      <a:pt x="35114" y="71309"/>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0" name="Google Shape;370;p39"/>
              <p:cNvSpPr/>
              <p:nvPr/>
            </p:nvSpPr>
            <p:spPr>
              <a:xfrm>
                <a:off x="4290931" y="1646791"/>
                <a:ext cx="42071" cy="78275"/>
              </a:xfrm>
              <a:custGeom>
                <a:rect b="b" l="l" r="r" t="t"/>
                <a:pathLst>
                  <a:path extrusionOk="0" h="78275" w="42071">
                    <a:moveTo>
                      <a:pt x="18178" y="78186"/>
                    </a:moveTo>
                    <a:lnTo>
                      <a:pt x="16273" y="78186"/>
                    </a:lnTo>
                    <a:cubicBezTo>
                      <a:pt x="6748" y="77233"/>
                      <a:pt x="-872" y="68661"/>
                      <a:pt x="81" y="58183"/>
                    </a:cubicBezTo>
                    <a:lnTo>
                      <a:pt x="3891" y="16273"/>
                    </a:lnTo>
                    <a:cubicBezTo>
                      <a:pt x="4843" y="6748"/>
                      <a:pt x="13416" y="-872"/>
                      <a:pt x="23893" y="81"/>
                    </a:cubicBezTo>
                    <a:lnTo>
                      <a:pt x="25798" y="81"/>
                    </a:lnTo>
                    <a:cubicBezTo>
                      <a:pt x="35323" y="1033"/>
                      <a:pt x="42943" y="9606"/>
                      <a:pt x="41991" y="20083"/>
                    </a:cubicBezTo>
                    <a:lnTo>
                      <a:pt x="38181" y="61993"/>
                    </a:lnTo>
                    <a:cubicBezTo>
                      <a:pt x="37228" y="72471"/>
                      <a:pt x="28656" y="79138"/>
                      <a:pt x="18178" y="7818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1" name="Google Shape;371;p39"/>
              <p:cNvSpPr/>
              <p:nvPr/>
            </p:nvSpPr>
            <p:spPr>
              <a:xfrm>
                <a:off x="4533819" y="1791571"/>
                <a:ext cx="42071" cy="78266"/>
              </a:xfrm>
              <a:custGeom>
                <a:rect b="b" l="l" r="r" t="t"/>
                <a:pathLst>
                  <a:path extrusionOk="0" h="78266" w="42071">
                    <a:moveTo>
                      <a:pt x="25798" y="78186"/>
                    </a:moveTo>
                    <a:lnTo>
                      <a:pt x="23893" y="78186"/>
                    </a:lnTo>
                    <a:cubicBezTo>
                      <a:pt x="14368" y="79138"/>
                      <a:pt x="4843" y="71518"/>
                      <a:pt x="3891" y="61993"/>
                    </a:cubicBezTo>
                    <a:lnTo>
                      <a:pt x="81" y="20083"/>
                    </a:lnTo>
                    <a:cubicBezTo>
                      <a:pt x="-872" y="10558"/>
                      <a:pt x="6748" y="1033"/>
                      <a:pt x="16273" y="81"/>
                    </a:cubicBezTo>
                    <a:lnTo>
                      <a:pt x="18178" y="81"/>
                    </a:lnTo>
                    <a:cubicBezTo>
                      <a:pt x="27703" y="-872"/>
                      <a:pt x="37228" y="6748"/>
                      <a:pt x="38181" y="16273"/>
                    </a:cubicBezTo>
                    <a:lnTo>
                      <a:pt x="41991" y="58183"/>
                    </a:lnTo>
                    <a:cubicBezTo>
                      <a:pt x="42943" y="68661"/>
                      <a:pt x="35323" y="77233"/>
                      <a:pt x="25798" y="7818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2" name="Google Shape;372;p39"/>
              <p:cNvSpPr/>
              <p:nvPr/>
            </p:nvSpPr>
            <p:spPr>
              <a:xfrm>
                <a:off x="4658351" y="1924676"/>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3" name="Google Shape;373;p39"/>
              <p:cNvSpPr/>
              <p:nvPr/>
            </p:nvSpPr>
            <p:spPr>
              <a:xfrm>
                <a:off x="4996489" y="1813234"/>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4" name="Google Shape;374;p39"/>
              <p:cNvSpPr/>
              <p:nvPr/>
            </p:nvSpPr>
            <p:spPr>
              <a:xfrm>
                <a:off x="4836469" y="1873241"/>
                <a:ext cx="47324" cy="78756"/>
              </a:xfrm>
              <a:custGeom>
                <a:rect b="b" l="l" r="r" t="t"/>
                <a:pathLst>
                  <a:path extrusionOk="0" h="78756" w="47324">
                    <a:moveTo>
                      <a:pt x="16518" y="78431"/>
                    </a:moveTo>
                    <a:lnTo>
                      <a:pt x="14613" y="78431"/>
                    </a:lnTo>
                    <a:cubicBezTo>
                      <a:pt x="5088" y="76526"/>
                      <a:pt x="-1579" y="67001"/>
                      <a:pt x="326" y="56523"/>
                    </a:cubicBezTo>
                    <a:lnTo>
                      <a:pt x="8898" y="14613"/>
                    </a:lnTo>
                    <a:cubicBezTo>
                      <a:pt x="10803" y="5088"/>
                      <a:pt x="20328" y="-1579"/>
                      <a:pt x="30806" y="326"/>
                    </a:cubicBezTo>
                    <a:lnTo>
                      <a:pt x="32711" y="326"/>
                    </a:lnTo>
                    <a:cubicBezTo>
                      <a:pt x="42236" y="2231"/>
                      <a:pt x="48903" y="11756"/>
                      <a:pt x="46998" y="22233"/>
                    </a:cubicBezTo>
                    <a:lnTo>
                      <a:pt x="38426" y="64143"/>
                    </a:lnTo>
                    <a:cubicBezTo>
                      <a:pt x="35568" y="73668"/>
                      <a:pt x="26043" y="80336"/>
                      <a:pt x="16518" y="7843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5" name="Google Shape;375;p39"/>
              <p:cNvSpPr/>
              <p:nvPr/>
            </p:nvSpPr>
            <p:spPr>
              <a:xfrm>
                <a:off x="4335539" y="1835226"/>
                <a:ext cx="77634" cy="52038"/>
              </a:xfrm>
              <a:custGeom>
                <a:rect b="b" l="l" r="r" t="t"/>
                <a:pathLst>
                  <a:path extrusionOk="0" h="52038" w="77634">
                    <a:moveTo>
                      <a:pt x="2146" y="40246"/>
                    </a:moveTo>
                    <a:lnTo>
                      <a:pt x="1193" y="38341"/>
                    </a:lnTo>
                    <a:cubicBezTo>
                      <a:pt x="-2617" y="28816"/>
                      <a:pt x="3098" y="18338"/>
                      <a:pt x="12623" y="15481"/>
                    </a:cubicBezTo>
                    <a:lnTo>
                      <a:pt x="52628" y="1193"/>
                    </a:lnTo>
                    <a:cubicBezTo>
                      <a:pt x="62153" y="-2617"/>
                      <a:pt x="72631" y="3098"/>
                      <a:pt x="75488" y="12623"/>
                    </a:cubicBezTo>
                    <a:lnTo>
                      <a:pt x="76441" y="14528"/>
                    </a:lnTo>
                    <a:cubicBezTo>
                      <a:pt x="80251" y="24053"/>
                      <a:pt x="74536" y="34531"/>
                      <a:pt x="65011" y="37388"/>
                    </a:cubicBezTo>
                    <a:lnTo>
                      <a:pt x="25006" y="50723"/>
                    </a:lnTo>
                    <a:cubicBezTo>
                      <a:pt x="16433" y="54533"/>
                      <a:pt x="5956" y="49771"/>
                      <a:pt x="2146" y="40246"/>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p39"/>
              <p:cNvSpPr/>
              <p:nvPr/>
            </p:nvSpPr>
            <p:spPr>
              <a:xfrm>
                <a:off x="4505155" y="1981030"/>
                <a:ext cx="58441" cy="74822"/>
              </a:xfrm>
              <a:custGeom>
                <a:rect b="b" l="l" r="r" t="t"/>
                <a:pathLst>
                  <a:path extrusionOk="0" h="74822" w="58441">
                    <a:moveTo>
                      <a:pt x="11600" y="72560"/>
                    </a:moveTo>
                    <a:lnTo>
                      <a:pt x="9695" y="71607"/>
                    </a:lnTo>
                    <a:cubicBezTo>
                      <a:pt x="1122" y="66845"/>
                      <a:pt x="-2688" y="55415"/>
                      <a:pt x="2075" y="46842"/>
                    </a:cubicBezTo>
                    <a:lnTo>
                      <a:pt x="22077" y="9695"/>
                    </a:lnTo>
                    <a:cubicBezTo>
                      <a:pt x="26840" y="1122"/>
                      <a:pt x="38270" y="-2688"/>
                      <a:pt x="46842" y="2075"/>
                    </a:cubicBezTo>
                    <a:lnTo>
                      <a:pt x="48747" y="3027"/>
                    </a:lnTo>
                    <a:cubicBezTo>
                      <a:pt x="57320" y="7790"/>
                      <a:pt x="61130" y="19220"/>
                      <a:pt x="56367" y="27792"/>
                    </a:cubicBezTo>
                    <a:lnTo>
                      <a:pt x="36365" y="64940"/>
                    </a:lnTo>
                    <a:cubicBezTo>
                      <a:pt x="31602" y="74465"/>
                      <a:pt x="20172" y="77322"/>
                      <a:pt x="11600" y="7256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7" name="Google Shape;377;p39"/>
              <p:cNvSpPr/>
              <p:nvPr/>
            </p:nvSpPr>
            <p:spPr>
              <a:xfrm>
                <a:off x="4762500" y="2069709"/>
                <a:ext cx="78177" cy="41102"/>
              </a:xfrm>
              <a:custGeom>
                <a:rect b="b" l="l" r="r" t="t"/>
                <a:pathLst>
                  <a:path extrusionOk="0" h="41102" w="78177">
                    <a:moveTo>
                      <a:pt x="0" y="19123"/>
                    </a:moveTo>
                    <a:lnTo>
                      <a:pt x="0" y="17218"/>
                    </a:lnTo>
                    <a:cubicBezTo>
                      <a:pt x="952" y="7693"/>
                      <a:pt x="9525" y="-880"/>
                      <a:pt x="19050" y="73"/>
                    </a:cubicBezTo>
                    <a:lnTo>
                      <a:pt x="60960" y="2930"/>
                    </a:lnTo>
                    <a:cubicBezTo>
                      <a:pt x="70485" y="3882"/>
                      <a:pt x="79058" y="12455"/>
                      <a:pt x="78105" y="21980"/>
                    </a:cubicBezTo>
                    <a:lnTo>
                      <a:pt x="78105" y="23885"/>
                    </a:lnTo>
                    <a:cubicBezTo>
                      <a:pt x="77152" y="33410"/>
                      <a:pt x="68580" y="41982"/>
                      <a:pt x="59055" y="41030"/>
                    </a:cubicBezTo>
                    <a:lnTo>
                      <a:pt x="17145" y="38173"/>
                    </a:lnTo>
                    <a:cubicBezTo>
                      <a:pt x="7620" y="37220"/>
                      <a:pt x="0" y="28648"/>
                      <a:pt x="0" y="19123"/>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39"/>
              <p:cNvSpPr/>
              <p:nvPr/>
            </p:nvSpPr>
            <p:spPr>
              <a:xfrm>
                <a:off x="4927411" y="2007046"/>
                <a:ext cx="76894" cy="51546"/>
              </a:xfrm>
              <a:custGeom>
                <a:rect b="b" l="l" r="r" t="t"/>
                <a:pathLst>
                  <a:path extrusionOk="0" h="51546" w="76894">
                    <a:moveTo>
                      <a:pt x="1776" y="38924"/>
                    </a:moveTo>
                    <a:lnTo>
                      <a:pt x="824" y="37019"/>
                    </a:lnTo>
                    <a:cubicBezTo>
                      <a:pt x="-2034" y="27494"/>
                      <a:pt x="2729" y="17016"/>
                      <a:pt x="12254" y="14159"/>
                    </a:cubicBezTo>
                    <a:lnTo>
                      <a:pt x="52259" y="824"/>
                    </a:lnTo>
                    <a:cubicBezTo>
                      <a:pt x="61784" y="-2034"/>
                      <a:pt x="72261" y="2729"/>
                      <a:pt x="75119" y="12254"/>
                    </a:cubicBezTo>
                    <a:lnTo>
                      <a:pt x="76071" y="14159"/>
                    </a:lnTo>
                    <a:cubicBezTo>
                      <a:pt x="78929" y="23684"/>
                      <a:pt x="74166" y="34161"/>
                      <a:pt x="64641" y="37019"/>
                    </a:cubicBezTo>
                    <a:lnTo>
                      <a:pt x="24636" y="50354"/>
                    </a:lnTo>
                    <a:cubicBezTo>
                      <a:pt x="15111" y="54164"/>
                      <a:pt x="4634" y="48449"/>
                      <a:pt x="1776" y="38924"/>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379" name="Google Shape;379;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80" name="Shape 380"/>
        <p:cNvGrpSpPr/>
        <p:nvPr/>
      </p:nvGrpSpPr>
      <p:grpSpPr>
        <a:xfrm>
          <a:off x="0" y="0"/>
          <a:ext cx="0" cy="0"/>
          <a:chOff x="0" y="0"/>
          <a:chExt cx="0" cy="0"/>
        </a:xfrm>
      </p:grpSpPr>
      <p:grpSp>
        <p:nvGrpSpPr>
          <p:cNvPr id="381" name="Google Shape;381;p40"/>
          <p:cNvGrpSpPr/>
          <p:nvPr/>
        </p:nvGrpSpPr>
        <p:grpSpPr>
          <a:xfrm>
            <a:off x="-2626821" y="-1472133"/>
            <a:ext cx="13970443" cy="8352489"/>
            <a:chOff x="-2626821" y="-1472133"/>
            <a:chExt cx="13970443" cy="8352489"/>
          </a:xfrm>
        </p:grpSpPr>
        <p:sp>
          <p:nvSpPr>
            <p:cNvPr id="382" name="Google Shape;382;p40"/>
            <p:cNvSpPr/>
            <p:nvPr/>
          </p:nvSpPr>
          <p:spPr>
            <a:xfrm rot="-2112227">
              <a:off x="7501321" y="3334004"/>
              <a:ext cx="3325396" cy="2848296"/>
            </a:xfrm>
            <a:custGeom>
              <a:rect b="b" l="l" r="r" t="t"/>
              <a:pathLst>
                <a:path extrusionOk="0" h="3111220" w="3333992">
                  <a:moveTo>
                    <a:pt x="37187" y="1392993"/>
                  </a:moveTo>
                  <a:cubicBezTo>
                    <a:pt x="65762" y="1297743"/>
                    <a:pt x="111482" y="1207256"/>
                    <a:pt x="181015" y="1136771"/>
                  </a:cubicBezTo>
                  <a:cubicBezTo>
                    <a:pt x="346750" y="969131"/>
                    <a:pt x="607735" y="949128"/>
                    <a:pt x="843002" y="954843"/>
                  </a:cubicBezTo>
                  <a:cubicBezTo>
                    <a:pt x="1078270" y="960559"/>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4"/>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8"/>
                  </a:cubicBezTo>
                  <a:cubicBezTo>
                    <a:pt x="1995527" y="3094159"/>
                    <a:pt x="1945997" y="3102731"/>
                    <a:pt x="1895515" y="3107494"/>
                  </a:cubicBezTo>
                  <a:cubicBezTo>
                    <a:pt x="1731685" y="3121781"/>
                    <a:pt x="1566902" y="3093206"/>
                    <a:pt x="1407835" y="3052249"/>
                  </a:cubicBezTo>
                  <a:cubicBezTo>
                    <a:pt x="1059220" y="2962713"/>
                    <a:pt x="722035" y="2809361"/>
                    <a:pt x="454382" y="2570284"/>
                  </a:cubicBezTo>
                  <a:cubicBezTo>
                    <a:pt x="290552" y="2423599"/>
                    <a:pt x="153392" y="2244528"/>
                    <a:pt x="73382" y="2040693"/>
                  </a:cubicBezTo>
                  <a:cubicBezTo>
                    <a:pt x="-5675" y="1834001"/>
                    <a:pt x="-25678" y="1603496"/>
                    <a:pt x="37187" y="1392993"/>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3" name="Google Shape;383;p40"/>
            <p:cNvSpPr/>
            <p:nvPr/>
          </p:nvSpPr>
          <p:spPr>
            <a:xfrm rot="729297">
              <a:off x="-2363889" y="-1154027"/>
              <a:ext cx="3325187" cy="2851533"/>
            </a:xfrm>
            <a:custGeom>
              <a:rect b="b" l="l" r="r" t="t"/>
              <a:pathLst>
                <a:path extrusionOk="0" h="3111220" w="3333992">
                  <a:moveTo>
                    <a:pt x="37187" y="1392993"/>
                  </a:moveTo>
                  <a:cubicBezTo>
                    <a:pt x="65762" y="1297743"/>
                    <a:pt x="111482" y="1207256"/>
                    <a:pt x="181015" y="1136771"/>
                  </a:cubicBezTo>
                  <a:cubicBezTo>
                    <a:pt x="346750" y="969131"/>
                    <a:pt x="607735" y="949128"/>
                    <a:pt x="843002" y="954843"/>
                  </a:cubicBezTo>
                  <a:cubicBezTo>
                    <a:pt x="1078270" y="960559"/>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4"/>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8"/>
                  </a:cubicBezTo>
                  <a:cubicBezTo>
                    <a:pt x="1995527" y="3094159"/>
                    <a:pt x="1945997" y="3102731"/>
                    <a:pt x="1895515" y="3107494"/>
                  </a:cubicBezTo>
                  <a:cubicBezTo>
                    <a:pt x="1731685" y="3121781"/>
                    <a:pt x="1566902" y="3093206"/>
                    <a:pt x="1407835" y="3052249"/>
                  </a:cubicBezTo>
                  <a:cubicBezTo>
                    <a:pt x="1059220" y="2962713"/>
                    <a:pt x="722035" y="2809361"/>
                    <a:pt x="454382" y="2570284"/>
                  </a:cubicBezTo>
                  <a:cubicBezTo>
                    <a:pt x="290552" y="2423599"/>
                    <a:pt x="153392" y="2244528"/>
                    <a:pt x="73382" y="2040693"/>
                  </a:cubicBezTo>
                  <a:cubicBezTo>
                    <a:pt x="-5675" y="1834001"/>
                    <a:pt x="-25678" y="1603496"/>
                    <a:pt x="37187" y="1392993"/>
                  </a:cubicBezTo>
                  <a:close/>
                </a:path>
              </a:pathLst>
            </a:custGeom>
            <a:solidFill>
              <a:srgbClr val="EAE0A3">
                <a:alpha val="5215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4" name="Google Shape;384;p40"/>
          <p:cNvGrpSpPr/>
          <p:nvPr/>
        </p:nvGrpSpPr>
        <p:grpSpPr>
          <a:xfrm flipH="1">
            <a:off x="8657263" y="4528549"/>
            <a:ext cx="368735" cy="385753"/>
            <a:chOff x="6653292" y="4433005"/>
            <a:chExt cx="391397" cy="409504"/>
          </a:xfrm>
        </p:grpSpPr>
        <p:sp>
          <p:nvSpPr>
            <p:cNvPr id="385" name="Google Shape;385;p40"/>
            <p:cNvSpPr/>
            <p:nvPr/>
          </p:nvSpPr>
          <p:spPr>
            <a:xfrm>
              <a:off x="6653292" y="4433005"/>
              <a:ext cx="248602" cy="249555"/>
            </a:xfrm>
            <a:custGeom>
              <a:rect b="b" l="l" r="r" t="t"/>
              <a:pathLst>
                <a:path extrusionOk="0" h="249555" w="248602">
                  <a:moveTo>
                    <a:pt x="80963" y="80963"/>
                  </a:moveTo>
                  <a:lnTo>
                    <a:pt x="0" y="124778"/>
                  </a:lnTo>
                  <a:lnTo>
                    <a:pt x="80963" y="168593"/>
                  </a:lnTo>
                  <a:lnTo>
                    <a:pt x="124778" y="249555"/>
                  </a:lnTo>
                  <a:lnTo>
                    <a:pt x="168593" y="168593"/>
                  </a:lnTo>
                  <a:lnTo>
                    <a:pt x="248603" y="124778"/>
                  </a:lnTo>
                  <a:lnTo>
                    <a:pt x="168593" y="80963"/>
                  </a:lnTo>
                  <a:lnTo>
                    <a:pt x="124778"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6" name="Google Shape;386;p40"/>
            <p:cNvSpPr/>
            <p:nvPr/>
          </p:nvSpPr>
          <p:spPr>
            <a:xfrm>
              <a:off x="6931342" y="4730115"/>
              <a:ext cx="113347" cy="112394"/>
            </a:xfrm>
            <a:custGeom>
              <a:rect b="b" l="l" r="r" t="t"/>
              <a:pathLst>
                <a:path extrusionOk="0" h="112394" w="113347">
                  <a:moveTo>
                    <a:pt x="37147" y="36195"/>
                  </a:moveTo>
                  <a:lnTo>
                    <a:pt x="0" y="56197"/>
                  </a:lnTo>
                  <a:lnTo>
                    <a:pt x="37147" y="76200"/>
                  </a:lnTo>
                  <a:lnTo>
                    <a:pt x="57150" y="112395"/>
                  </a:lnTo>
                  <a:lnTo>
                    <a:pt x="77152" y="76200"/>
                  </a:lnTo>
                  <a:lnTo>
                    <a:pt x="113347" y="56197"/>
                  </a:lnTo>
                  <a:lnTo>
                    <a:pt x="77152" y="36195"/>
                  </a:lnTo>
                  <a:lnTo>
                    <a:pt x="5715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87" name="Google Shape;387;p40"/>
          <p:cNvGrpSpPr/>
          <p:nvPr/>
        </p:nvGrpSpPr>
        <p:grpSpPr>
          <a:xfrm>
            <a:off x="7194796" y="3921614"/>
            <a:ext cx="1561983" cy="939706"/>
            <a:chOff x="6806200" y="3843964"/>
            <a:chExt cx="1261801" cy="759113"/>
          </a:xfrm>
        </p:grpSpPr>
        <p:grpSp>
          <p:nvGrpSpPr>
            <p:cNvPr id="388" name="Google Shape;388;p40"/>
            <p:cNvGrpSpPr/>
            <p:nvPr/>
          </p:nvGrpSpPr>
          <p:grpSpPr>
            <a:xfrm>
              <a:off x="6806200" y="3843964"/>
              <a:ext cx="1261801" cy="759113"/>
              <a:chOff x="6806200" y="3843964"/>
              <a:chExt cx="1261801" cy="759113"/>
            </a:xfrm>
          </p:grpSpPr>
          <p:sp>
            <p:nvSpPr>
              <p:cNvPr id="389" name="Google Shape;389;p40"/>
              <p:cNvSpPr/>
              <p:nvPr/>
            </p:nvSpPr>
            <p:spPr>
              <a:xfrm>
                <a:off x="6806200" y="3843964"/>
                <a:ext cx="1261801" cy="759113"/>
              </a:xfrm>
              <a:custGeom>
                <a:rect b="b" l="l" r="r" t="t"/>
                <a:pathLst>
                  <a:path extrusionOk="0" h="759113" w="1261801">
                    <a:moveTo>
                      <a:pt x="746172" y="747086"/>
                    </a:moveTo>
                    <a:cubicBezTo>
                      <a:pt x="1086215" y="680411"/>
                      <a:pt x="1310053" y="354656"/>
                      <a:pt x="1252903" y="14613"/>
                    </a:cubicBezTo>
                    <a:cubicBezTo>
                      <a:pt x="1250997" y="5088"/>
                      <a:pt x="1242425" y="-1579"/>
                      <a:pt x="1232900" y="326"/>
                    </a:cubicBezTo>
                    <a:lnTo>
                      <a:pt x="13700" y="239403"/>
                    </a:lnTo>
                    <a:cubicBezTo>
                      <a:pt x="4175" y="241308"/>
                      <a:pt x="-1540" y="250833"/>
                      <a:pt x="365" y="260358"/>
                    </a:cubicBezTo>
                    <a:cubicBezTo>
                      <a:pt x="75612" y="596591"/>
                      <a:pt x="406130" y="813761"/>
                      <a:pt x="746172" y="747086"/>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0" name="Google Shape;390;p40"/>
              <p:cNvSpPr/>
              <p:nvPr/>
            </p:nvSpPr>
            <p:spPr>
              <a:xfrm>
                <a:off x="6872287" y="3854767"/>
                <a:ext cx="1125323" cy="677382"/>
              </a:xfrm>
              <a:custGeom>
                <a:rect b="b" l="l" r="r" t="t"/>
                <a:pathLst>
                  <a:path extrusionOk="0" h="677382" w="1125323">
                    <a:moveTo>
                      <a:pt x="666750" y="666750"/>
                    </a:moveTo>
                    <a:cubicBezTo>
                      <a:pt x="974407" y="606742"/>
                      <a:pt x="1175385" y="307657"/>
                      <a:pt x="1114425" y="0"/>
                    </a:cubicBezTo>
                    <a:lnTo>
                      <a:pt x="0" y="219075"/>
                    </a:lnTo>
                    <a:cubicBezTo>
                      <a:pt x="60007" y="526732"/>
                      <a:pt x="359093" y="726757"/>
                      <a:pt x="666750" y="666750"/>
                    </a:cubicBezTo>
                    <a:close/>
                  </a:path>
                </a:pathLst>
              </a:custGeom>
              <a:solidFill>
                <a:schemeClr val="dk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40"/>
              <p:cNvSpPr/>
              <p:nvPr/>
            </p:nvSpPr>
            <p:spPr>
              <a:xfrm>
                <a:off x="6913244" y="3862387"/>
                <a:ext cx="1041584" cy="627246"/>
              </a:xfrm>
              <a:custGeom>
                <a:rect b="b" l="l" r="r" t="t"/>
                <a:pathLst>
                  <a:path extrusionOk="0" h="627246" w="1041584">
                    <a:moveTo>
                      <a:pt x="617220" y="617220"/>
                    </a:moveTo>
                    <a:cubicBezTo>
                      <a:pt x="902018" y="561022"/>
                      <a:pt x="1087755" y="284797"/>
                      <a:pt x="1031558" y="0"/>
                    </a:cubicBezTo>
                    <a:lnTo>
                      <a:pt x="0" y="202882"/>
                    </a:lnTo>
                    <a:cubicBezTo>
                      <a:pt x="56198" y="487680"/>
                      <a:pt x="332423" y="673418"/>
                      <a:pt x="617220" y="61722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92" name="Google Shape;392;p40"/>
            <p:cNvGrpSpPr/>
            <p:nvPr/>
          </p:nvGrpSpPr>
          <p:grpSpPr>
            <a:xfrm>
              <a:off x="6972518" y="3902563"/>
              <a:ext cx="937082" cy="534930"/>
              <a:chOff x="6972518" y="3902563"/>
              <a:chExt cx="937082" cy="534930"/>
            </a:xfrm>
          </p:grpSpPr>
          <p:grpSp>
            <p:nvGrpSpPr>
              <p:cNvPr id="393" name="Google Shape;393;p40"/>
              <p:cNvGrpSpPr/>
              <p:nvPr/>
            </p:nvGrpSpPr>
            <p:grpSpPr>
              <a:xfrm>
                <a:off x="6972518" y="3902563"/>
                <a:ext cx="937082" cy="534930"/>
                <a:chOff x="6972518" y="3902563"/>
                <a:chExt cx="937082" cy="534930"/>
              </a:xfrm>
            </p:grpSpPr>
            <p:sp>
              <p:nvSpPr>
                <p:cNvPr id="394" name="Google Shape;394;p40"/>
                <p:cNvSpPr/>
                <p:nvPr/>
              </p:nvSpPr>
              <p:spPr>
                <a:xfrm>
                  <a:off x="7470102" y="4051217"/>
                  <a:ext cx="339423" cy="369472"/>
                </a:xfrm>
                <a:custGeom>
                  <a:rect b="b" l="l" r="r" t="t"/>
                  <a:pathLst>
                    <a:path extrusionOk="0" h="369472" w="339423">
                      <a:moveTo>
                        <a:pt x="355" y="33102"/>
                      </a:moveTo>
                      <a:lnTo>
                        <a:pt x="50838" y="345523"/>
                      </a:lnTo>
                      <a:cubicBezTo>
                        <a:pt x="53695" y="361715"/>
                        <a:pt x="70840" y="373145"/>
                        <a:pt x="87985" y="368382"/>
                      </a:cubicBezTo>
                      <a:cubicBezTo>
                        <a:pt x="187045" y="340760"/>
                        <a:pt x="271818" y="284563"/>
                        <a:pt x="332778" y="212173"/>
                      </a:cubicBezTo>
                      <a:cubicBezTo>
                        <a:pt x="344208" y="198838"/>
                        <a:pt x="340398" y="179788"/>
                        <a:pt x="325158" y="170263"/>
                      </a:cubicBezTo>
                      <a:lnTo>
                        <a:pt x="46075" y="4527"/>
                      </a:lnTo>
                      <a:cubicBezTo>
                        <a:pt x="24168" y="-8808"/>
                        <a:pt x="-3455" y="9290"/>
                        <a:pt x="355" y="33102"/>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5" name="Google Shape;395;p40"/>
                <p:cNvSpPr/>
                <p:nvPr/>
              </p:nvSpPr>
              <p:spPr>
                <a:xfrm>
                  <a:off x="7523477" y="3902563"/>
                  <a:ext cx="386123" cy="312679"/>
                </a:xfrm>
                <a:custGeom>
                  <a:rect b="b" l="l" r="r" t="t"/>
                  <a:pathLst>
                    <a:path extrusionOk="0" h="312679" w="386123">
                      <a:moveTo>
                        <a:pt x="11750" y="125559"/>
                      </a:moveTo>
                      <a:lnTo>
                        <a:pt x="279403" y="307486"/>
                      </a:lnTo>
                      <a:cubicBezTo>
                        <a:pt x="293690" y="317011"/>
                        <a:pt x="313692" y="313201"/>
                        <a:pt x="323217" y="297961"/>
                      </a:cubicBezTo>
                      <a:cubicBezTo>
                        <a:pt x="371795" y="216999"/>
                        <a:pt x="394655" y="121749"/>
                        <a:pt x="383225" y="24594"/>
                      </a:cubicBezTo>
                      <a:cubicBezTo>
                        <a:pt x="381320" y="7449"/>
                        <a:pt x="364175" y="-3029"/>
                        <a:pt x="347030" y="781"/>
                      </a:cubicBezTo>
                      <a:lnTo>
                        <a:pt x="23180" y="75076"/>
                      </a:lnTo>
                      <a:cubicBezTo>
                        <a:pt x="-1585" y="80791"/>
                        <a:pt x="-8252" y="111271"/>
                        <a:pt x="11750" y="125559"/>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6" name="Google Shape;396;p40"/>
                <p:cNvSpPr/>
                <p:nvPr/>
              </p:nvSpPr>
              <p:spPr>
                <a:xfrm>
                  <a:off x="6972518" y="4020123"/>
                  <a:ext cx="387720" cy="326384"/>
                </a:xfrm>
                <a:custGeom>
                  <a:rect b="b" l="l" r="r" t="t"/>
                  <a:pathLst>
                    <a:path extrusionOk="0" h="326384" w="387720">
                      <a:moveTo>
                        <a:pt x="353159" y="379"/>
                      </a:moveTo>
                      <a:lnTo>
                        <a:pt x="25499" y="54671"/>
                      </a:lnTo>
                      <a:cubicBezTo>
                        <a:pt x="8354" y="57529"/>
                        <a:pt x="-3076" y="74674"/>
                        <a:pt x="734" y="89914"/>
                      </a:cubicBezTo>
                      <a:cubicBezTo>
                        <a:pt x="27404" y="184211"/>
                        <a:pt x="84554" y="263269"/>
                        <a:pt x="159801" y="320419"/>
                      </a:cubicBezTo>
                      <a:cubicBezTo>
                        <a:pt x="173137" y="330896"/>
                        <a:pt x="194092" y="327086"/>
                        <a:pt x="203617" y="312799"/>
                      </a:cubicBezTo>
                      <a:lnTo>
                        <a:pt x="382687" y="42289"/>
                      </a:lnTo>
                      <a:cubicBezTo>
                        <a:pt x="396974" y="22286"/>
                        <a:pt x="378876" y="-3431"/>
                        <a:pt x="353159" y="379"/>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7" name="Google Shape;397;p40"/>
                <p:cNvSpPr/>
                <p:nvPr/>
              </p:nvSpPr>
              <p:spPr>
                <a:xfrm>
                  <a:off x="7181653" y="4069302"/>
                  <a:ext cx="326644" cy="368191"/>
                </a:xfrm>
                <a:custGeom>
                  <a:rect b="b" l="l" r="r" t="t"/>
                  <a:pathLst>
                    <a:path extrusionOk="0" h="368191" w="326644">
                      <a:moveTo>
                        <a:pt x="202127" y="12160"/>
                      </a:moveTo>
                      <a:lnTo>
                        <a:pt x="5912" y="271240"/>
                      </a:lnTo>
                      <a:cubicBezTo>
                        <a:pt x="-4566" y="284575"/>
                        <a:pt x="-756" y="304578"/>
                        <a:pt x="14484" y="312198"/>
                      </a:cubicBezTo>
                      <a:cubicBezTo>
                        <a:pt x="98304" y="356965"/>
                        <a:pt x="198317" y="376968"/>
                        <a:pt x="300234" y="364585"/>
                      </a:cubicBezTo>
                      <a:cubicBezTo>
                        <a:pt x="317379" y="362680"/>
                        <a:pt x="329762" y="346488"/>
                        <a:pt x="325952" y="329343"/>
                      </a:cubicBezTo>
                      <a:lnTo>
                        <a:pt x="254514" y="21685"/>
                      </a:lnTo>
                      <a:cubicBezTo>
                        <a:pt x="249752" y="-2127"/>
                        <a:pt x="217367" y="-7842"/>
                        <a:pt x="202127" y="1216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98" name="Google Shape;398;p40"/>
              <p:cNvSpPr/>
              <p:nvPr/>
            </p:nvSpPr>
            <p:spPr>
              <a:xfrm>
                <a:off x="7428547" y="4076700"/>
                <a:ext cx="70484" cy="281940"/>
              </a:xfrm>
              <a:custGeom>
                <a:rect b="b" l="l" r="r" t="t"/>
                <a:pathLst>
                  <a:path extrusionOk="0" h="281940" w="70484">
                    <a:moveTo>
                      <a:pt x="70485" y="281940"/>
                    </a:moveTo>
                    <a:lnTo>
                      <a:pt x="8572" y="14288"/>
                    </a:lnTo>
                    <a:cubicBezTo>
                      <a:pt x="7620" y="8572"/>
                      <a:pt x="3810" y="3810"/>
                      <a:pt x="0" y="0"/>
                    </a:cubicBezTo>
                    <a:lnTo>
                      <a:pt x="70485" y="281940"/>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99" name="Google Shape;399;p40"/>
          <p:cNvGrpSpPr/>
          <p:nvPr/>
        </p:nvGrpSpPr>
        <p:grpSpPr>
          <a:xfrm>
            <a:off x="8243880" y="2839634"/>
            <a:ext cx="782117" cy="934571"/>
            <a:chOff x="408855" y="795584"/>
            <a:chExt cx="782117" cy="934571"/>
          </a:xfrm>
        </p:grpSpPr>
        <p:grpSp>
          <p:nvGrpSpPr>
            <p:cNvPr id="400" name="Google Shape;400;p40"/>
            <p:cNvGrpSpPr/>
            <p:nvPr/>
          </p:nvGrpSpPr>
          <p:grpSpPr>
            <a:xfrm>
              <a:off x="408855" y="1080355"/>
              <a:ext cx="649800" cy="649800"/>
              <a:chOff x="889680" y="4224280"/>
              <a:chExt cx="649800" cy="649800"/>
            </a:xfrm>
          </p:grpSpPr>
          <p:sp>
            <p:nvSpPr>
              <p:cNvPr id="401" name="Google Shape;401;p40"/>
              <p:cNvSpPr/>
              <p:nvPr/>
            </p:nvSpPr>
            <p:spPr>
              <a:xfrm>
                <a:off x="889680" y="4224280"/>
                <a:ext cx="649800" cy="649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402" name="Google Shape;402;p40"/>
              <p:cNvGrpSpPr/>
              <p:nvPr/>
            </p:nvGrpSpPr>
            <p:grpSpPr>
              <a:xfrm>
                <a:off x="944924" y="4318312"/>
                <a:ext cx="231889" cy="252641"/>
                <a:chOff x="976372" y="467765"/>
                <a:chExt cx="287668" cy="313411"/>
              </a:xfrm>
            </p:grpSpPr>
            <p:sp>
              <p:nvSpPr>
                <p:cNvPr id="403" name="Google Shape;403;p40"/>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40"/>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05" name="Google Shape;405;p40"/>
            <p:cNvGrpSpPr/>
            <p:nvPr/>
          </p:nvGrpSpPr>
          <p:grpSpPr>
            <a:xfrm>
              <a:off x="906217" y="795584"/>
              <a:ext cx="284755" cy="284755"/>
              <a:chOff x="1287525" y="216499"/>
              <a:chExt cx="310800" cy="310800"/>
            </a:xfrm>
          </p:grpSpPr>
          <p:sp>
            <p:nvSpPr>
              <p:cNvPr id="406" name="Google Shape;406;p40"/>
              <p:cNvSpPr/>
              <p:nvPr/>
            </p:nvSpPr>
            <p:spPr>
              <a:xfrm>
                <a:off x="1287525" y="216499"/>
                <a:ext cx="310800" cy="310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407" name="Google Shape;407;p40"/>
              <p:cNvGrpSpPr/>
              <p:nvPr/>
            </p:nvGrpSpPr>
            <p:grpSpPr>
              <a:xfrm rot="1389996">
                <a:off x="1344170" y="235996"/>
                <a:ext cx="121749" cy="149895"/>
                <a:chOff x="976372" y="467765"/>
                <a:chExt cx="287668" cy="313411"/>
              </a:xfrm>
            </p:grpSpPr>
            <p:sp>
              <p:nvSpPr>
                <p:cNvPr id="408" name="Google Shape;408;p40"/>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9" name="Google Shape;409;p40"/>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410" name="Google Shape;410;p4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1pPr>
            <a:lvl2pPr lvl="1"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2pPr>
            <a:lvl3pPr lvl="2"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3pPr>
            <a:lvl4pPr lvl="3"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4pPr>
            <a:lvl5pPr lvl="4"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5pPr>
            <a:lvl6pPr lvl="5"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6pPr>
            <a:lvl7pPr lvl="6"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7pPr>
            <a:lvl8pPr lvl="7"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8pPr>
            <a:lvl9pPr lvl="8" marR="0" rtl="0" algn="l">
              <a:lnSpc>
                <a:spcPct val="100000"/>
              </a:lnSpc>
              <a:spcBef>
                <a:spcPts val="0"/>
              </a:spcBef>
              <a:spcAft>
                <a:spcPts val="0"/>
              </a:spcAft>
              <a:buClr>
                <a:schemeClr val="dk1"/>
              </a:buClr>
              <a:buSzPts val="3500"/>
              <a:buFont typeface="Baumans"/>
              <a:buNone/>
              <a:defRPr b="1" i="0" sz="3500" u="none" cap="none" strike="noStrike">
                <a:solidFill>
                  <a:schemeClr val="dk1"/>
                </a:solidFill>
                <a:latin typeface="Baumans"/>
                <a:ea typeface="Baumans"/>
                <a:cs typeface="Baumans"/>
                <a:sym typeface="Baumans"/>
              </a:defRPr>
            </a:lvl9pPr>
          </a:lstStyle>
          <a:p/>
        </p:txBody>
      </p:sp>
      <p:sp>
        <p:nvSpPr>
          <p:cNvPr id="7" name="Google Shape;7;p10"/>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1pPr>
            <a:lvl2pPr indent="-317500" lvl="1" marL="914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2pPr>
            <a:lvl3pPr indent="-317500" lvl="2" marL="1371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3pPr>
            <a:lvl4pPr indent="-317500" lvl="3" marL="1828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4pPr>
            <a:lvl5pPr indent="-317500" lvl="4" marL="22860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5pPr>
            <a:lvl6pPr indent="-317500" lvl="5" marL="27432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6pPr>
            <a:lvl7pPr indent="-317500" lvl="6" marL="32004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7pPr>
            <a:lvl8pPr indent="-317500" lvl="7" marL="36576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8pPr>
            <a:lvl9pPr indent="-317500" lvl="8" marL="4114800" marR="0" rtl="0" algn="l">
              <a:lnSpc>
                <a:spcPct val="100000"/>
              </a:lnSpc>
              <a:spcBef>
                <a:spcPts val="0"/>
              </a:spcBef>
              <a:spcAft>
                <a:spcPts val="0"/>
              </a:spcAft>
              <a:buClr>
                <a:schemeClr val="dk1"/>
              </a:buClr>
              <a:buSzPts val="1400"/>
              <a:buFont typeface="Albert Sans"/>
              <a:buChar char="■"/>
              <a:defRPr b="0" i="0" sz="1400" u="none" cap="none" strike="noStrike">
                <a:solidFill>
                  <a:schemeClr val="dk1"/>
                </a:solidFill>
                <a:latin typeface="Albert Sans"/>
                <a:ea typeface="Albert Sans"/>
                <a:cs typeface="Albert Sans"/>
                <a:sym typeface="Albert Sans"/>
              </a:defRPr>
            </a:lvl9pPr>
          </a:lstStyle>
          <a:p/>
        </p:txBody>
      </p:sp>
      <p:sp>
        <p:nvSpPr>
          <p:cNvPr id="8" name="Google Shape;8;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lbert Sans"/>
                <a:ea typeface="Albert Sans"/>
                <a:cs typeface="Albert Sans"/>
                <a:sym typeface="Albert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
          <p:cNvSpPr txBox="1"/>
          <p:nvPr>
            <p:ph type="ctrTitle"/>
          </p:nvPr>
        </p:nvSpPr>
        <p:spPr>
          <a:xfrm>
            <a:off x="105150" y="1543800"/>
            <a:ext cx="5730600" cy="1116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5200">
                <a:solidFill>
                  <a:srgbClr val="CF1113"/>
                </a:solidFill>
                <a:latin typeface="Crete Round"/>
                <a:ea typeface="Crete Round"/>
                <a:cs typeface="Crete Round"/>
                <a:sym typeface="Crete Round"/>
              </a:rPr>
              <a:t>Beverage Sales</a:t>
            </a:r>
            <a:endParaRPr sz="5200">
              <a:solidFill>
                <a:srgbClr val="CF1113"/>
              </a:solidFill>
              <a:latin typeface="Crete Round"/>
              <a:ea typeface="Crete Round"/>
              <a:cs typeface="Crete Round"/>
              <a:sym typeface="Crete Round"/>
            </a:endParaRPr>
          </a:p>
        </p:txBody>
      </p:sp>
      <p:sp>
        <p:nvSpPr>
          <p:cNvPr id="416" name="Google Shape;416;p1"/>
          <p:cNvSpPr txBox="1"/>
          <p:nvPr>
            <p:ph idx="1" type="subTitle"/>
          </p:nvPr>
        </p:nvSpPr>
        <p:spPr>
          <a:xfrm>
            <a:off x="173450" y="2490325"/>
            <a:ext cx="4884000" cy="8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2200"/>
              <a:t>Analysis and Recommendations for Obaidi Beverage Distributors, Inc.</a:t>
            </a:r>
            <a:endParaRPr sz="2200"/>
          </a:p>
        </p:txBody>
      </p:sp>
      <p:grpSp>
        <p:nvGrpSpPr>
          <p:cNvPr id="417" name="Google Shape;417;p1"/>
          <p:cNvGrpSpPr/>
          <p:nvPr/>
        </p:nvGrpSpPr>
        <p:grpSpPr>
          <a:xfrm>
            <a:off x="4946302" y="1136657"/>
            <a:ext cx="3712969" cy="3464729"/>
            <a:chOff x="4599622" y="955415"/>
            <a:chExt cx="3907155" cy="3645932"/>
          </a:xfrm>
        </p:grpSpPr>
        <p:sp>
          <p:nvSpPr>
            <p:cNvPr id="418" name="Google Shape;418;p1"/>
            <p:cNvSpPr/>
            <p:nvPr/>
          </p:nvSpPr>
          <p:spPr>
            <a:xfrm>
              <a:off x="5171122" y="4332742"/>
              <a:ext cx="2764155" cy="268605"/>
            </a:xfrm>
            <a:custGeom>
              <a:rect b="b" l="l" r="r" t="t"/>
              <a:pathLst>
                <a:path extrusionOk="0" h="268605" w="2764155">
                  <a:moveTo>
                    <a:pt x="2764155" y="134302"/>
                  </a:moveTo>
                  <a:cubicBezTo>
                    <a:pt x="2764155" y="208475"/>
                    <a:pt x="2145378" y="268605"/>
                    <a:pt x="1382078" y="268605"/>
                  </a:cubicBezTo>
                  <a:cubicBezTo>
                    <a:pt x="618777" y="268605"/>
                    <a:pt x="0" y="208476"/>
                    <a:pt x="0" y="134302"/>
                  </a:cubicBezTo>
                  <a:cubicBezTo>
                    <a:pt x="0" y="60129"/>
                    <a:pt x="618777" y="0"/>
                    <a:pt x="1382078" y="0"/>
                  </a:cubicBezTo>
                  <a:cubicBezTo>
                    <a:pt x="2145378" y="0"/>
                    <a:pt x="2764155" y="60129"/>
                    <a:pt x="2764155" y="134302"/>
                  </a:cubicBezTo>
                  <a:close/>
                </a:path>
              </a:pathLst>
            </a:custGeom>
            <a:solidFill>
              <a:schemeClr val="lt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19" name="Google Shape;419;p1"/>
            <p:cNvSpPr/>
            <p:nvPr/>
          </p:nvSpPr>
          <p:spPr>
            <a:xfrm>
              <a:off x="4885332" y="1042369"/>
              <a:ext cx="3333992" cy="3111220"/>
            </a:xfrm>
            <a:custGeom>
              <a:rect b="b" l="l" r="r" t="t"/>
              <a:pathLst>
                <a:path extrusionOk="0" h="3111220" w="3333992">
                  <a:moveTo>
                    <a:pt x="37187" y="1392993"/>
                  </a:moveTo>
                  <a:cubicBezTo>
                    <a:pt x="65762" y="1297743"/>
                    <a:pt x="111482" y="1207256"/>
                    <a:pt x="181015" y="1136771"/>
                  </a:cubicBezTo>
                  <a:cubicBezTo>
                    <a:pt x="346750" y="969131"/>
                    <a:pt x="607735" y="949128"/>
                    <a:pt x="843002" y="954843"/>
                  </a:cubicBezTo>
                  <a:cubicBezTo>
                    <a:pt x="1078270" y="960559"/>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4"/>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8"/>
                  </a:cubicBezTo>
                  <a:cubicBezTo>
                    <a:pt x="1995527" y="3094159"/>
                    <a:pt x="1945997" y="3102731"/>
                    <a:pt x="1895515" y="3107494"/>
                  </a:cubicBezTo>
                  <a:cubicBezTo>
                    <a:pt x="1731685" y="3121781"/>
                    <a:pt x="1566902" y="3093206"/>
                    <a:pt x="1407835" y="3052249"/>
                  </a:cubicBezTo>
                  <a:cubicBezTo>
                    <a:pt x="1059220" y="2962713"/>
                    <a:pt x="722035" y="2809361"/>
                    <a:pt x="454382" y="2570284"/>
                  </a:cubicBezTo>
                  <a:cubicBezTo>
                    <a:pt x="290552" y="2423599"/>
                    <a:pt x="153392" y="2244528"/>
                    <a:pt x="73382" y="2040693"/>
                  </a:cubicBezTo>
                  <a:cubicBezTo>
                    <a:pt x="-5675" y="1834001"/>
                    <a:pt x="-25678" y="1603496"/>
                    <a:pt x="37187" y="1392993"/>
                  </a:cubicBezTo>
                  <a:close/>
                </a:path>
              </a:pathLst>
            </a:custGeom>
            <a:solidFill>
              <a:srgbClr val="EAE0A3">
                <a:alpha val="52156"/>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20" name="Google Shape;420;p1"/>
            <p:cNvGrpSpPr/>
            <p:nvPr/>
          </p:nvGrpSpPr>
          <p:grpSpPr>
            <a:xfrm>
              <a:off x="4833250" y="955415"/>
              <a:ext cx="3439049" cy="3579426"/>
              <a:chOff x="4376050" y="1734740"/>
              <a:chExt cx="3439049" cy="3579426"/>
            </a:xfrm>
          </p:grpSpPr>
          <p:grpSp>
            <p:nvGrpSpPr>
              <p:cNvPr id="421" name="Google Shape;421;p1"/>
              <p:cNvGrpSpPr/>
              <p:nvPr/>
            </p:nvGrpSpPr>
            <p:grpSpPr>
              <a:xfrm>
                <a:off x="4376050" y="2195674"/>
                <a:ext cx="1374192" cy="1338041"/>
                <a:chOff x="4376050" y="2195674"/>
                <a:chExt cx="1374192" cy="1338041"/>
              </a:xfrm>
            </p:grpSpPr>
            <p:sp>
              <p:nvSpPr>
                <p:cNvPr id="422" name="Google Shape;422;p1"/>
                <p:cNvSpPr/>
                <p:nvPr/>
              </p:nvSpPr>
              <p:spPr>
                <a:xfrm>
                  <a:off x="4792979" y="2901315"/>
                  <a:ext cx="957262" cy="631669"/>
                </a:xfrm>
                <a:custGeom>
                  <a:rect b="b" l="l" r="r" t="t"/>
                  <a:pathLst>
                    <a:path extrusionOk="0" h="631669" w="957262">
                      <a:moveTo>
                        <a:pt x="874395" y="385763"/>
                      </a:moveTo>
                      <a:cubicBezTo>
                        <a:pt x="509588" y="363855"/>
                        <a:pt x="186690" y="0"/>
                        <a:pt x="186690" y="0"/>
                      </a:cubicBezTo>
                      <a:lnTo>
                        <a:pt x="0" y="144780"/>
                      </a:lnTo>
                      <a:cubicBezTo>
                        <a:pt x="561023" y="755332"/>
                        <a:pt x="830580" y="638175"/>
                        <a:pt x="957263" y="589597"/>
                      </a:cubicBezTo>
                      <a:lnTo>
                        <a:pt x="874395" y="385763"/>
                      </a:lnTo>
                      <a:close/>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23" name="Google Shape;423;p1"/>
                <p:cNvSpPr/>
                <p:nvPr/>
              </p:nvSpPr>
              <p:spPr>
                <a:xfrm>
                  <a:off x="5190172" y="3099434"/>
                  <a:ext cx="560070" cy="434281"/>
                </a:xfrm>
                <a:custGeom>
                  <a:rect b="b" l="l" r="r" t="t"/>
                  <a:pathLst>
                    <a:path extrusionOk="0" h="434281" w="560070">
                      <a:moveTo>
                        <a:pt x="477203" y="187643"/>
                      </a:moveTo>
                      <a:cubicBezTo>
                        <a:pt x="302895" y="177165"/>
                        <a:pt x="139065" y="88583"/>
                        <a:pt x="14288" y="0"/>
                      </a:cubicBezTo>
                      <a:cubicBezTo>
                        <a:pt x="13335" y="18098"/>
                        <a:pt x="13335" y="36195"/>
                        <a:pt x="12383" y="53340"/>
                      </a:cubicBezTo>
                      <a:cubicBezTo>
                        <a:pt x="9525" y="135255"/>
                        <a:pt x="5715" y="218123"/>
                        <a:pt x="0" y="300038"/>
                      </a:cubicBezTo>
                      <a:cubicBezTo>
                        <a:pt x="300990" y="499110"/>
                        <a:pt x="467678" y="427672"/>
                        <a:pt x="560070" y="392430"/>
                      </a:cubicBezTo>
                      <a:lnTo>
                        <a:pt x="477203" y="187643"/>
                      </a:lnTo>
                      <a:close/>
                    </a:path>
                  </a:pathLst>
                </a:custGeom>
                <a:solidFill>
                  <a:schemeClr val="dk1"/>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24" name="Google Shape;424;p1"/>
                <p:cNvGrpSpPr/>
                <p:nvPr/>
              </p:nvGrpSpPr>
              <p:grpSpPr>
                <a:xfrm>
                  <a:off x="4376050" y="2195674"/>
                  <a:ext cx="718676" cy="937728"/>
                  <a:chOff x="4376050" y="2195674"/>
                  <a:chExt cx="718676" cy="937728"/>
                </a:xfrm>
              </p:grpSpPr>
              <p:sp>
                <p:nvSpPr>
                  <p:cNvPr id="425" name="Google Shape;425;p1"/>
                  <p:cNvSpPr/>
                  <p:nvPr/>
                </p:nvSpPr>
                <p:spPr>
                  <a:xfrm>
                    <a:off x="4781094" y="2848297"/>
                    <a:ext cx="305710" cy="285105"/>
                  </a:xfrm>
                  <a:custGeom>
                    <a:rect b="b" l="l" r="r" t="t"/>
                    <a:pathLst>
                      <a:path extrusionOk="0" h="285105" w="305710">
                        <a:moveTo>
                          <a:pt x="18553" y="254948"/>
                        </a:moveTo>
                        <a:cubicBezTo>
                          <a:pt x="59510" y="303525"/>
                          <a:pt x="151903" y="292095"/>
                          <a:pt x="226198" y="230183"/>
                        </a:cubicBezTo>
                        <a:cubicBezTo>
                          <a:pt x="300493" y="168270"/>
                          <a:pt x="327163" y="78735"/>
                          <a:pt x="287158" y="30158"/>
                        </a:cubicBezTo>
                        <a:cubicBezTo>
                          <a:pt x="246200" y="-18420"/>
                          <a:pt x="153808" y="-6990"/>
                          <a:pt x="79513" y="54923"/>
                        </a:cubicBezTo>
                        <a:cubicBezTo>
                          <a:pt x="5218" y="116835"/>
                          <a:pt x="-21452" y="206370"/>
                          <a:pt x="18553" y="254948"/>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26" name="Google Shape;426;p1"/>
                  <p:cNvGrpSpPr/>
                  <p:nvPr/>
                </p:nvGrpSpPr>
                <p:grpSpPr>
                  <a:xfrm>
                    <a:off x="4376050" y="2195674"/>
                    <a:ext cx="718676" cy="923964"/>
                    <a:chOff x="4376050" y="2195674"/>
                    <a:chExt cx="718676" cy="923964"/>
                  </a:xfrm>
                </p:grpSpPr>
                <p:sp>
                  <p:nvSpPr>
                    <p:cNvPr id="427" name="Google Shape;427;p1"/>
                    <p:cNvSpPr/>
                    <p:nvPr/>
                  </p:nvSpPr>
                  <p:spPr>
                    <a:xfrm>
                      <a:off x="4376050" y="2195674"/>
                      <a:ext cx="718676" cy="923964"/>
                    </a:xfrm>
                    <a:custGeom>
                      <a:rect b="b" l="l" r="r" t="t"/>
                      <a:pathLst>
                        <a:path extrusionOk="0" h="923964" w="718676">
                          <a:moveTo>
                            <a:pt x="174042" y="477993"/>
                          </a:moveTo>
                          <a:cubicBezTo>
                            <a:pt x="174042" y="477993"/>
                            <a:pt x="117845" y="330356"/>
                            <a:pt x="298820" y="317021"/>
                          </a:cubicBezTo>
                          <a:cubicBezTo>
                            <a:pt x="298820" y="317021"/>
                            <a:pt x="-67893" y="177956"/>
                            <a:pt x="11165" y="51273"/>
                          </a:cubicBezTo>
                          <a:cubicBezTo>
                            <a:pt x="105462" y="-75409"/>
                            <a:pt x="287390" y="47463"/>
                            <a:pt x="498845" y="257966"/>
                          </a:cubicBezTo>
                          <a:cubicBezTo>
                            <a:pt x="520752" y="279873"/>
                            <a:pt x="544565" y="297971"/>
                            <a:pt x="571235" y="313211"/>
                          </a:cubicBezTo>
                          <a:lnTo>
                            <a:pt x="571235" y="313211"/>
                          </a:lnTo>
                          <a:cubicBezTo>
                            <a:pt x="571235" y="313211"/>
                            <a:pt x="752210" y="423701"/>
                            <a:pt x="713157" y="614201"/>
                          </a:cubicBezTo>
                          <a:cubicBezTo>
                            <a:pt x="695060" y="699926"/>
                            <a:pt x="636005" y="771363"/>
                            <a:pt x="555995" y="806606"/>
                          </a:cubicBezTo>
                          <a:cubicBezTo>
                            <a:pt x="534087" y="816131"/>
                            <a:pt x="509322" y="824703"/>
                            <a:pt x="482652" y="828513"/>
                          </a:cubicBezTo>
                          <a:cubicBezTo>
                            <a:pt x="482652" y="828513"/>
                            <a:pt x="378830" y="1007583"/>
                            <a:pt x="233097" y="875186"/>
                          </a:cubicBezTo>
                          <a:cubicBezTo>
                            <a:pt x="24500" y="859946"/>
                            <a:pt x="-25983" y="581816"/>
                            <a:pt x="174042" y="47799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28" name="Google Shape;428;p1"/>
                    <p:cNvSpPr/>
                    <p:nvPr/>
                  </p:nvSpPr>
                  <p:spPr>
                    <a:xfrm>
                      <a:off x="4564379" y="2801302"/>
                      <a:ext cx="149659" cy="270509"/>
                    </a:xfrm>
                    <a:custGeom>
                      <a:rect b="b" l="l" r="r" t="t"/>
                      <a:pathLst>
                        <a:path extrusionOk="0" h="270509" w="149659">
                          <a:moveTo>
                            <a:pt x="0" y="0"/>
                          </a:moveTo>
                          <a:cubicBezTo>
                            <a:pt x="188595" y="56197"/>
                            <a:pt x="193358" y="237172"/>
                            <a:pt x="45720" y="270510"/>
                          </a:cubicBezTo>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29" name="Google Shape;429;p1"/>
                    <p:cNvSpPr/>
                    <p:nvPr/>
                  </p:nvSpPr>
                  <p:spPr>
                    <a:xfrm>
                      <a:off x="4428155" y="2639377"/>
                      <a:ext cx="347219" cy="306590"/>
                    </a:xfrm>
                    <a:custGeom>
                      <a:rect b="b" l="l" r="r" t="t"/>
                      <a:pathLst>
                        <a:path extrusionOk="0" h="306590" w="347219">
                          <a:moveTo>
                            <a:pt x="181944" y="64770"/>
                          </a:moveTo>
                          <a:cubicBezTo>
                            <a:pt x="183849" y="62865"/>
                            <a:pt x="271479" y="67627"/>
                            <a:pt x="320057" y="121920"/>
                          </a:cubicBezTo>
                          <a:cubicBezTo>
                            <a:pt x="364824" y="173355"/>
                            <a:pt x="352442" y="253365"/>
                            <a:pt x="296244" y="291465"/>
                          </a:cubicBezTo>
                          <a:cubicBezTo>
                            <a:pt x="226712" y="337185"/>
                            <a:pt x="120984" y="276225"/>
                            <a:pt x="23829" y="149542"/>
                          </a:cubicBezTo>
                          <a:cubicBezTo>
                            <a:pt x="23829" y="149542"/>
                            <a:pt x="-68563" y="45720"/>
                            <a:pt x="110507" y="0"/>
                          </a:cubicBezTo>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30" name="Google Shape;430;p1"/>
                    <p:cNvSpPr/>
                    <p:nvPr/>
                  </p:nvSpPr>
                  <p:spPr>
                    <a:xfrm>
                      <a:off x="4551045" y="2588565"/>
                      <a:ext cx="323390" cy="242150"/>
                    </a:xfrm>
                    <a:custGeom>
                      <a:rect b="b" l="l" r="r" t="t"/>
                      <a:pathLst>
                        <a:path extrusionOk="0" h="242150" w="323390">
                          <a:moveTo>
                            <a:pt x="158115" y="330"/>
                          </a:moveTo>
                          <a:cubicBezTo>
                            <a:pt x="160020" y="-1575"/>
                            <a:pt x="247650" y="3188"/>
                            <a:pt x="296228" y="57480"/>
                          </a:cubicBezTo>
                          <a:cubicBezTo>
                            <a:pt x="340995" y="108915"/>
                            <a:pt x="328613" y="188925"/>
                            <a:pt x="272415" y="227025"/>
                          </a:cubicBezTo>
                          <a:cubicBezTo>
                            <a:pt x="202882" y="272745"/>
                            <a:pt x="97155" y="211785"/>
                            <a:pt x="0" y="85102"/>
                          </a:cubicBezTo>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31" name="Google Shape;431;p1"/>
                    <p:cNvSpPr/>
                    <p:nvPr/>
                  </p:nvSpPr>
                  <p:spPr>
                    <a:xfrm>
                      <a:off x="4774360" y="2566034"/>
                      <a:ext cx="228169" cy="336547"/>
                    </a:xfrm>
                    <a:custGeom>
                      <a:rect b="b" l="l" r="r" t="t"/>
                      <a:pathLst>
                        <a:path extrusionOk="0" h="336547" w="228169">
                          <a:moveTo>
                            <a:pt x="99582" y="0"/>
                          </a:moveTo>
                          <a:cubicBezTo>
                            <a:pt x="99582" y="0"/>
                            <a:pt x="-37578" y="163830"/>
                            <a:pt x="10047" y="279083"/>
                          </a:cubicBezTo>
                          <a:cubicBezTo>
                            <a:pt x="32907" y="334328"/>
                            <a:pt x="100534" y="355283"/>
                            <a:pt x="147207" y="317183"/>
                          </a:cubicBezTo>
                          <a:cubicBezTo>
                            <a:pt x="179592" y="290513"/>
                            <a:pt x="211977" y="234315"/>
                            <a:pt x="228169" y="120968"/>
                          </a:cubicBezTo>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grpSp>
          <p:grpSp>
            <p:nvGrpSpPr>
              <p:cNvPr id="432" name="Google Shape;432;p1"/>
              <p:cNvGrpSpPr/>
              <p:nvPr/>
            </p:nvGrpSpPr>
            <p:grpSpPr>
              <a:xfrm>
                <a:off x="5265420" y="1734740"/>
                <a:ext cx="1547811" cy="2679144"/>
                <a:chOff x="5265420" y="1734740"/>
                <a:chExt cx="1547811" cy="2679144"/>
              </a:xfrm>
            </p:grpSpPr>
            <p:grpSp>
              <p:nvGrpSpPr>
                <p:cNvPr id="433" name="Google Shape;433;p1"/>
                <p:cNvGrpSpPr/>
                <p:nvPr/>
              </p:nvGrpSpPr>
              <p:grpSpPr>
                <a:xfrm>
                  <a:off x="5265420" y="1976543"/>
                  <a:ext cx="1546860" cy="2100156"/>
                  <a:chOff x="5265420" y="1976543"/>
                  <a:chExt cx="1546860" cy="2100156"/>
                </a:xfrm>
              </p:grpSpPr>
              <p:sp>
                <p:nvSpPr>
                  <p:cNvPr id="434" name="Google Shape;434;p1"/>
                  <p:cNvSpPr/>
                  <p:nvPr/>
                </p:nvSpPr>
                <p:spPr>
                  <a:xfrm>
                    <a:off x="5265420" y="1976543"/>
                    <a:ext cx="1546860" cy="2100156"/>
                  </a:xfrm>
                  <a:custGeom>
                    <a:rect b="b" l="l" r="r" t="t"/>
                    <a:pathLst>
                      <a:path extrusionOk="0" h="2100156" w="1546860">
                        <a:moveTo>
                          <a:pt x="1546860" y="107527"/>
                        </a:moveTo>
                        <a:lnTo>
                          <a:pt x="1546860" y="2100157"/>
                        </a:lnTo>
                        <a:cubicBezTo>
                          <a:pt x="1033462" y="1992524"/>
                          <a:pt x="518160" y="1992524"/>
                          <a:pt x="0" y="2100157"/>
                        </a:cubicBezTo>
                        <a:lnTo>
                          <a:pt x="0" y="107527"/>
                        </a:lnTo>
                        <a:cubicBezTo>
                          <a:pt x="0" y="107527"/>
                          <a:pt x="668655" y="-134408"/>
                          <a:pt x="1546860" y="107527"/>
                        </a:cubicBezTo>
                        <a:close/>
                      </a:path>
                    </a:pathLst>
                  </a:custGeom>
                  <a:solidFill>
                    <a:srgbClr val="F5BA00"/>
                  </a:solidFill>
                  <a:ln cap="flat"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35" name="Google Shape;435;p1"/>
                  <p:cNvGrpSpPr/>
                  <p:nvPr/>
                </p:nvGrpSpPr>
                <p:grpSpPr>
                  <a:xfrm>
                    <a:off x="5274875" y="3524450"/>
                    <a:ext cx="1528905" cy="411125"/>
                    <a:chOff x="5274875" y="3524450"/>
                    <a:chExt cx="1528905" cy="411125"/>
                  </a:xfrm>
                </p:grpSpPr>
                <p:sp>
                  <p:nvSpPr>
                    <p:cNvPr id="436" name="Google Shape;436;p1"/>
                    <p:cNvSpPr/>
                    <p:nvPr/>
                  </p:nvSpPr>
                  <p:spPr>
                    <a:xfrm>
                      <a:off x="5274875" y="3788550"/>
                      <a:ext cx="1528905" cy="147025"/>
                    </a:xfrm>
                    <a:custGeom>
                      <a:rect b="b" l="l" r="r" t="t"/>
                      <a:pathLst>
                        <a:path extrusionOk="0" h="215421" w="2265044">
                          <a:moveTo>
                            <a:pt x="0" y="158115"/>
                          </a:moveTo>
                          <a:cubicBezTo>
                            <a:pt x="45720" y="144780"/>
                            <a:pt x="116205" y="224790"/>
                            <a:pt x="161925" y="213360"/>
                          </a:cubicBezTo>
                          <a:cubicBezTo>
                            <a:pt x="207645" y="201930"/>
                            <a:pt x="232410" y="98107"/>
                            <a:pt x="279083" y="88582"/>
                          </a:cubicBezTo>
                          <a:cubicBezTo>
                            <a:pt x="325755" y="79057"/>
                            <a:pt x="390525" y="162878"/>
                            <a:pt x="436245" y="155257"/>
                          </a:cubicBezTo>
                          <a:cubicBezTo>
                            <a:pt x="482917" y="146685"/>
                            <a:pt x="514350" y="45720"/>
                            <a:pt x="561022" y="39053"/>
                          </a:cubicBezTo>
                          <a:cubicBezTo>
                            <a:pt x="607695" y="32385"/>
                            <a:pt x="666750" y="120967"/>
                            <a:pt x="713422" y="116205"/>
                          </a:cubicBezTo>
                          <a:cubicBezTo>
                            <a:pt x="760095" y="111442"/>
                            <a:pt x="799147" y="12382"/>
                            <a:pt x="846772" y="9525"/>
                          </a:cubicBezTo>
                          <a:cubicBezTo>
                            <a:pt x="894397" y="6667"/>
                            <a:pt x="945833" y="99060"/>
                            <a:pt x="993458" y="97155"/>
                          </a:cubicBezTo>
                          <a:cubicBezTo>
                            <a:pt x="1041083" y="95250"/>
                            <a:pt x="1086803" y="0"/>
                            <a:pt x="1133475" y="0"/>
                          </a:cubicBezTo>
                          <a:cubicBezTo>
                            <a:pt x="1181100" y="0"/>
                            <a:pt x="1225868" y="96203"/>
                            <a:pt x="1273493" y="98107"/>
                          </a:cubicBezTo>
                          <a:cubicBezTo>
                            <a:pt x="1321118" y="100013"/>
                            <a:pt x="1373505" y="7620"/>
                            <a:pt x="1420178" y="10478"/>
                          </a:cubicBezTo>
                          <a:cubicBezTo>
                            <a:pt x="1466850" y="14288"/>
                            <a:pt x="1505903" y="113347"/>
                            <a:pt x="1552575" y="118110"/>
                          </a:cubicBezTo>
                          <a:cubicBezTo>
                            <a:pt x="1599248" y="122872"/>
                            <a:pt x="1658303" y="34290"/>
                            <a:pt x="1704975" y="40957"/>
                          </a:cubicBezTo>
                          <a:cubicBezTo>
                            <a:pt x="1751648" y="47625"/>
                            <a:pt x="1783080" y="148590"/>
                            <a:pt x="1829753" y="157163"/>
                          </a:cubicBezTo>
                          <a:cubicBezTo>
                            <a:pt x="1876425" y="165735"/>
                            <a:pt x="1940243" y="80963"/>
                            <a:pt x="1986915" y="90488"/>
                          </a:cubicBezTo>
                          <a:cubicBezTo>
                            <a:pt x="2032635" y="100013"/>
                            <a:pt x="2058353" y="203835"/>
                            <a:pt x="2104073" y="214313"/>
                          </a:cubicBezTo>
                          <a:cubicBezTo>
                            <a:pt x="2149793" y="225742"/>
                            <a:pt x="2219325" y="144780"/>
                            <a:pt x="2265045" y="158115"/>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37" name="Google Shape;437;p1"/>
                    <p:cNvSpPr/>
                    <p:nvPr/>
                  </p:nvSpPr>
                  <p:spPr>
                    <a:xfrm>
                      <a:off x="5274875" y="3700733"/>
                      <a:ext cx="1528905" cy="147025"/>
                    </a:xfrm>
                    <a:custGeom>
                      <a:rect b="b" l="l" r="r" t="t"/>
                      <a:pathLst>
                        <a:path extrusionOk="0" h="215421" w="2265044">
                          <a:moveTo>
                            <a:pt x="0" y="158115"/>
                          </a:moveTo>
                          <a:cubicBezTo>
                            <a:pt x="45720" y="144780"/>
                            <a:pt x="116205" y="224790"/>
                            <a:pt x="161925" y="213360"/>
                          </a:cubicBezTo>
                          <a:cubicBezTo>
                            <a:pt x="207645" y="201930"/>
                            <a:pt x="232410" y="98107"/>
                            <a:pt x="279083" y="88582"/>
                          </a:cubicBezTo>
                          <a:cubicBezTo>
                            <a:pt x="325755" y="79057"/>
                            <a:pt x="390525" y="162878"/>
                            <a:pt x="436245" y="155257"/>
                          </a:cubicBezTo>
                          <a:cubicBezTo>
                            <a:pt x="482917" y="146685"/>
                            <a:pt x="514350" y="45720"/>
                            <a:pt x="561022" y="39053"/>
                          </a:cubicBezTo>
                          <a:cubicBezTo>
                            <a:pt x="607695" y="32385"/>
                            <a:pt x="666750" y="120967"/>
                            <a:pt x="713422" y="116205"/>
                          </a:cubicBezTo>
                          <a:cubicBezTo>
                            <a:pt x="760095" y="111442"/>
                            <a:pt x="799147" y="12382"/>
                            <a:pt x="846772" y="9525"/>
                          </a:cubicBezTo>
                          <a:cubicBezTo>
                            <a:pt x="894397" y="6667"/>
                            <a:pt x="945833" y="99060"/>
                            <a:pt x="993458" y="97155"/>
                          </a:cubicBezTo>
                          <a:cubicBezTo>
                            <a:pt x="1041083" y="95250"/>
                            <a:pt x="1086803" y="0"/>
                            <a:pt x="1133475" y="0"/>
                          </a:cubicBezTo>
                          <a:cubicBezTo>
                            <a:pt x="1181100" y="0"/>
                            <a:pt x="1225868" y="96203"/>
                            <a:pt x="1273493" y="98107"/>
                          </a:cubicBezTo>
                          <a:cubicBezTo>
                            <a:pt x="1321118" y="100013"/>
                            <a:pt x="1373505" y="7620"/>
                            <a:pt x="1420178" y="10478"/>
                          </a:cubicBezTo>
                          <a:cubicBezTo>
                            <a:pt x="1466850" y="14288"/>
                            <a:pt x="1505903" y="113347"/>
                            <a:pt x="1552575" y="118110"/>
                          </a:cubicBezTo>
                          <a:cubicBezTo>
                            <a:pt x="1599248" y="122872"/>
                            <a:pt x="1658303" y="34290"/>
                            <a:pt x="1704975" y="40957"/>
                          </a:cubicBezTo>
                          <a:cubicBezTo>
                            <a:pt x="1751648" y="47625"/>
                            <a:pt x="1783080" y="148590"/>
                            <a:pt x="1829753" y="157163"/>
                          </a:cubicBezTo>
                          <a:cubicBezTo>
                            <a:pt x="1876425" y="165735"/>
                            <a:pt x="1940243" y="80963"/>
                            <a:pt x="1986915" y="90488"/>
                          </a:cubicBezTo>
                          <a:cubicBezTo>
                            <a:pt x="2032635" y="100013"/>
                            <a:pt x="2058353" y="203835"/>
                            <a:pt x="2104073" y="214313"/>
                          </a:cubicBezTo>
                          <a:cubicBezTo>
                            <a:pt x="2149793" y="225742"/>
                            <a:pt x="2219325" y="144780"/>
                            <a:pt x="2265045" y="158115"/>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38" name="Google Shape;438;p1"/>
                    <p:cNvSpPr/>
                    <p:nvPr/>
                  </p:nvSpPr>
                  <p:spPr>
                    <a:xfrm>
                      <a:off x="5274875" y="3612266"/>
                      <a:ext cx="1528905" cy="147025"/>
                    </a:xfrm>
                    <a:custGeom>
                      <a:rect b="b" l="l" r="r" t="t"/>
                      <a:pathLst>
                        <a:path extrusionOk="0" h="215421" w="2265044">
                          <a:moveTo>
                            <a:pt x="0" y="158115"/>
                          </a:moveTo>
                          <a:cubicBezTo>
                            <a:pt x="45720" y="144780"/>
                            <a:pt x="116205" y="224790"/>
                            <a:pt x="161925" y="213360"/>
                          </a:cubicBezTo>
                          <a:cubicBezTo>
                            <a:pt x="207645" y="201930"/>
                            <a:pt x="232410" y="98107"/>
                            <a:pt x="279083" y="88582"/>
                          </a:cubicBezTo>
                          <a:cubicBezTo>
                            <a:pt x="325755" y="79057"/>
                            <a:pt x="390525" y="162878"/>
                            <a:pt x="436245" y="155257"/>
                          </a:cubicBezTo>
                          <a:cubicBezTo>
                            <a:pt x="482917" y="146685"/>
                            <a:pt x="514350" y="45720"/>
                            <a:pt x="561022" y="39053"/>
                          </a:cubicBezTo>
                          <a:cubicBezTo>
                            <a:pt x="607695" y="32385"/>
                            <a:pt x="666750" y="120968"/>
                            <a:pt x="713422" y="116205"/>
                          </a:cubicBezTo>
                          <a:cubicBezTo>
                            <a:pt x="760095" y="111443"/>
                            <a:pt x="799147" y="12382"/>
                            <a:pt x="846772" y="9525"/>
                          </a:cubicBezTo>
                          <a:cubicBezTo>
                            <a:pt x="894397" y="6668"/>
                            <a:pt x="945833" y="99060"/>
                            <a:pt x="993458" y="97155"/>
                          </a:cubicBezTo>
                          <a:cubicBezTo>
                            <a:pt x="1041083" y="95250"/>
                            <a:pt x="1086803" y="0"/>
                            <a:pt x="1133475" y="0"/>
                          </a:cubicBezTo>
                          <a:cubicBezTo>
                            <a:pt x="1181100" y="0"/>
                            <a:pt x="1225868" y="96203"/>
                            <a:pt x="1273493" y="98107"/>
                          </a:cubicBezTo>
                          <a:cubicBezTo>
                            <a:pt x="1321118" y="100013"/>
                            <a:pt x="1373505" y="7620"/>
                            <a:pt x="1420178" y="10478"/>
                          </a:cubicBezTo>
                          <a:cubicBezTo>
                            <a:pt x="1466850" y="14288"/>
                            <a:pt x="1505903" y="113347"/>
                            <a:pt x="1552575" y="118110"/>
                          </a:cubicBezTo>
                          <a:cubicBezTo>
                            <a:pt x="1599248" y="122872"/>
                            <a:pt x="1658303" y="34290"/>
                            <a:pt x="1704975" y="40957"/>
                          </a:cubicBezTo>
                          <a:cubicBezTo>
                            <a:pt x="1751648" y="47625"/>
                            <a:pt x="1783080" y="148590"/>
                            <a:pt x="1829753" y="157163"/>
                          </a:cubicBezTo>
                          <a:cubicBezTo>
                            <a:pt x="1876425" y="165735"/>
                            <a:pt x="1940243" y="80963"/>
                            <a:pt x="1986915" y="90488"/>
                          </a:cubicBezTo>
                          <a:cubicBezTo>
                            <a:pt x="2032635" y="100013"/>
                            <a:pt x="2058353" y="203835"/>
                            <a:pt x="2104073" y="214313"/>
                          </a:cubicBezTo>
                          <a:cubicBezTo>
                            <a:pt x="2149793" y="225743"/>
                            <a:pt x="2219325" y="144780"/>
                            <a:pt x="2265045" y="158115"/>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39" name="Google Shape;439;p1"/>
                    <p:cNvSpPr/>
                    <p:nvPr/>
                  </p:nvSpPr>
                  <p:spPr>
                    <a:xfrm>
                      <a:off x="5274875" y="3524450"/>
                      <a:ext cx="1528905" cy="147025"/>
                    </a:xfrm>
                    <a:custGeom>
                      <a:rect b="b" l="l" r="r" t="t"/>
                      <a:pathLst>
                        <a:path extrusionOk="0" h="215421" w="2265044">
                          <a:moveTo>
                            <a:pt x="0" y="158115"/>
                          </a:moveTo>
                          <a:cubicBezTo>
                            <a:pt x="45720" y="144780"/>
                            <a:pt x="116205" y="224790"/>
                            <a:pt x="161925" y="213360"/>
                          </a:cubicBezTo>
                          <a:cubicBezTo>
                            <a:pt x="207645" y="201930"/>
                            <a:pt x="232410" y="98107"/>
                            <a:pt x="279083" y="88582"/>
                          </a:cubicBezTo>
                          <a:cubicBezTo>
                            <a:pt x="325755" y="79057"/>
                            <a:pt x="390525" y="162878"/>
                            <a:pt x="436245" y="155257"/>
                          </a:cubicBezTo>
                          <a:cubicBezTo>
                            <a:pt x="482917" y="146685"/>
                            <a:pt x="514350" y="45720"/>
                            <a:pt x="561022" y="39053"/>
                          </a:cubicBezTo>
                          <a:cubicBezTo>
                            <a:pt x="607695" y="32385"/>
                            <a:pt x="666750" y="120968"/>
                            <a:pt x="713422" y="116205"/>
                          </a:cubicBezTo>
                          <a:cubicBezTo>
                            <a:pt x="760095" y="111443"/>
                            <a:pt x="799147" y="12383"/>
                            <a:pt x="846772" y="9525"/>
                          </a:cubicBezTo>
                          <a:cubicBezTo>
                            <a:pt x="894397" y="6667"/>
                            <a:pt x="945833" y="99060"/>
                            <a:pt x="993458" y="97155"/>
                          </a:cubicBezTo>
                          <a:cubicBezTo>
                            <a:pt x="1041083" y="95250"/>
                            <a:pt x="1086803" y="0"/>
                            <a:pt x="1133475" y="0"/>
                          </a:cubicBezTo>
                          <a:cubicBezTo>
                            <a:pt x="1181100" y="0"/>
                            <a:pt x="1225868" y="96203"/>
                            <a:pt x="1273493" y="98107"/>
                          </a:cubicBezTo>
                          <a:cubicBezTo>
                            <a:pt x="1321118" y="100013"/>
                            <a:pt x="1373505" y="7620"/>
                            <a:pt x="1420178" y="10478"/>
                          </a:cubicBezTo>
                          <a:cubicBezTo>
                            <a:pt x="1466850" y="14288"/>
                            <a:pt x="1505903" y="113347"/>
                            <a:pt x="1552575" y="118110"/>
                          </a:cubicBezTo>
                          <a:cubicBezTo>
                            <a:pt x="1599248" y="122872"/>
                            <a:pt x="1658303" y="34290"/>
                            <a:pt x="1704975" y="40958"/>
                          </a:cubicBezTo>
                          <a:cubicBezTo>
                            <a:pt x="1751648" y="47625"/>
                            <a:pt x="1783080" y="148590"/>
                            <a:pt x="1829753" y="157163"/>
                          </a:cubicBezTo>
                          <a:cubicBezTo>
                            <a:pt x="1876425" y="165735"/>
                            <a:pt x="1940243" y="80963"/>
                            <a:pt x="1986915" y="90488"/>
                          </a:cubicBezTo>
                          <a:cubicBezTo>
                            <a:pt x="2032635" y="100013"/>
                            <a:pt x="2058353" y="203835"/>
                            <a:pt x="2104073" y="214313"/>
                          </a:cubicBezTo>
                          <a:cubicBezTo>
                            <a:pt x="2149793" y="225743"/>
                            <a:pt x="2219325" y="144780"/>
                            <a:pt x="2265045" y="158115"/>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40" name="Google Shape;440;p1"/>
                  <p:cNvSpPr/>
                  <p:nvPr/>
                </p:nvSpPr>
                <p:spPr>
                  <a:xfrm>
                    <a:off x="5265420" y="1976543"/>
                    <a:ext cx="1546860" cy="2100156"/>
                  </a:xfrm>
                  <a:custGeom>
                    <a:rect b="b" l="l" r="r" t="t"/>
                    <a:pathLst>
                      <a:path extrusionOk="0" h="2100156" w="1546860">
                        <a:moveTo>
                          <a:pt x="1546860" y="107527"/>
                        </a:moveTo>
                        <a:lnTo>
                          <a:pt x="1546860" y="2100157"/>
                        </a:lnTo>
                        <a:cubicBezTo>
                          <a:pt x="1033462" y="1992524"/>
                          <a:pt x="518160" y="1992524"/>
                          <a:pt x="0" y="2100157"/>
                        </a:cubicBezTo>
                        <a:lnTo>
                          <a:pt x="0" y="107527"/>
                        </a:lnTo>
                        <a:cubicBezTo>
                          <a:pt x="0" y="107527"/>
                          <a:pt x="668655" y="-134408"/>
                          <a:pt x="1546860" y="107527"/>
                        </a:cubicBezTo>
                        <a:close/>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41" name="Google Shape;441;p1"/>
                <p:cNvSpPr/>
                <p:nvPr/>
              </p:nvSpPr>
              <p:spPr>
                <a:xfrm>
                  <a:off x="6607492" y="2035492"/>
                  <a:ext cx="204787" cy="2041207"/>
                </a:xfrm>
                <a:custGeom>
                  <a:rect b="b" l="l" r="r" t="t"/>
                  <a:pathLst>
                    <a:path extrusionOk="0" h="2041207" w="204787">
                      <a:moveTo>
                        <a:pt x="0" y="0"/>
                      </a:moveTo>
                      <a:lnTo>
                        <a:pt x="0" y="2004060"/>
                      </a:lnTo>
                      <a:cubicBezTo>
                        <a:pt x="68580" y="2014538"/>
                        <a:pt x="137160" y="2026920"/>
                        <a:pt x="204788" y="2041208"/>
                      </a:cubicBezTo>
                      <a:lnTo>
                        <a:pt x="204788" y="48578"/>
                      </a:lnTo>
                      <a:cubicBezTo>
                        <a:pt x="135255" y="29528"/>
                        <a:pt x="66675" y="13335"/>
                        <a:pt x="0" y="0"/>
                      </a:cubicBezTo>
                      <a:close/>
                    </a:path>
                  </a:pathLst>
                </a:custGeom>
                <a:solidFill>
                  <a:srgbClr val="191919">
                    <a:alpha val="39607"/>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2" name="Google Shape;442;p1"/>
                <p:cNvSpPr/>
                <p:nvPr/>
              </p:nvSpPr>
              <p:spPr>
                <a:xfrm>
                  <a:off x="6528434" y="3276600"/>
                  <a:ext cx="283845" cy="293369"/>
                </a:xfrm>
                <a:custGeom>
                  <a:rect b="b" l="l" r="r" t="t"/>
                  <a:pathLst>
                    <a:path extrusionOk="0" h="293369" w="283845">
                      <a:moveTo>
                        <a:pt x="283845" y="293370"/>
                      </a:moveTo>
                      <a:lnTo>
                        <a:pt x="283845" y="0"/>
                      </a:lnTo>
                      <a:cubicBezTo>
                        <a:pt x="280035" y="0"/>
                        <a:pt x="276225" y="953"/>
                        <a:pt x="272415" y="953"/>
                      </a:cubicBezTo>
                      <a:cubicBezTo>
                        <a:pt x="247650" y="2858"/>
                        <a:pt x="221933" y="2858"/>
                        <a:pt x="197168" y="4763"/>
                      </a:cubicBezTo>
                      <a:cubicBezTo>
                        <a:pt x="172403" y="6667"/>
                        <a:pt x="146685" y="7620"/>
                        <a:pt x="120968" y="5715"/>
                      </a:cubicBezTo>
                      <a:cubicBezTo>
                        <a:pt x="106680" y="4763"/>
                        <a:pt x="14288" y="19050"/>
                        <a:pt x="0" y="14288"/>
                      </a:cubicBezTo>
                      <a:cubicBezTo>
                        <a:pt x="953" y="14288"/>
                        <a:pt x="66675" y="219075"/>
                        <a:pt x="283845" y="293370"/>
                      </a:cubicBezTo>
                      <a:close/>
                    </a:path>
                  </a:pathLst>
                </a:custGeom>
                <a:solidFill>
                  <a:schemeClr val="dk1"/>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3" name="Google Shape;443;p1"/>
                <p:cNvSpPr/>
                <p:nvPr/>
              </p:nvSpPr>
              <p:spPr>
                <a:xfrm>
                  <a:off x="5266372" y="3995023"/>
                  <a:ext cx="1546859" cy="337899"/>
                </a:xfrm>
                <a:custGeom>
                  <a:rect b="b" l="l" r="r" t="t"/>
                  <a:pathLst>
                    <a:path extrusionOk="0" h="337899" w="1546859">
                      <a:moveTo>
                        <a:pt x="1420178" y="335994"/>
                      </a:moveTo>
                      <a:cubicBezTo>
                        <a:pt x="1410653" y="293132"/>
                        <a:pt x="1125855" y="257889"/>
                        <a:pt x="775335" y="257889"/>
                      </a:cubicBezTo>
                      <a:cubicBezTo>
                        <a:pt x="419100" y="257889"/>
                        <a:pt x="129540" y="294084"/>
                        <a:pt x="129540" y="337899"/>
                      </a:cubicBezTo>
                      <a:cubicBezTo>
                        <a:pt x="129540" y="337899"/>
                        <a:pt x="129540" y="335994"/>
                        <a:pt x="129540" y="333137"/>
                      </a:cubicBezTo>
                      <a:cubicBezTo>
                        <a:pt x="129540" y="303609"/>
                        <a:pt x="123825" y="147399"/>
                        <a:pt x="0" y="80724"/>
                      </a:cubicBezTo>
                      <a:cubicBezTo>
                        <a:pt x="518160" y="-26908"/>
                        <a:pt x="1033463" y="-26908"/>
                        <a:pt x="1546860" y="80724"/>
                      </a:cubicBezTo>
                      <a:cubicBezTo>
                        <a:pt x="1463993" y="146447"/>
                        <a:pt x="1408748" y="224552"/>
                        <a:pt x="1420178" y="335994"/>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4" name="Google Shape;444;p1"/>
                <p:cNvSpPr/>
                <p:nvPr/>
              </p:nvSpPr>
              <p:spPr>
                <a:xfrm>
                  <a:off x="6498907" y="4037647"/>
                  <a:ext cx="313372" cy="295275"/>
                </a:xfrm>
                <a:custGeom>
                  <a:rect b="b" l="l" r="r" t="t"/>
                  <a:pathLst>
                    <a:path extrusionOk="0" h="295275" w="313372">
                      <a:moveTo>
                        <a:pt x="313373" y="39053"/>
                      </a:moveTo>
                      <a:cubicBezTo>
                        <a:pt x="240983" y="23813"/>
                        <a:pt x="168593" y="10478"/>
                        <a:pt x="96203" y="0"/>
                      </a:cubicBezTo>
                      <a:cubicBezTo>
                        <a:pt x="83820" y="15240"/>
                        <a:pt x="71438" y="32385"/>
                        <a:pt x="60960" y="49530"/>
                      </a:cubicBezTo>
                      <a:cubicBezTo>
                        <a:pt x="27623" y="104775"/>
                        <a:pt x="8573" y="166688"/>
                        <a:pt x="953" y="231458"/>
                      </a:cubicBezTo>
                      <a:cubicBezTo>
                        <a:pt x="953" y="234315"/>
                        <a:pt x="0" y="238125"/>
                        <a:pt x="0" y="240983"/>
                      </a:cubicBezTo>
                      <a:cubicBezTo>
                        <a:pt x="111443" y="255270"/>
                        <a:pt x="181928" y="274320"/>
                        <a:pt x="186690" y="295275"/>
                      </a:cubicBezTo>
                      <a:cubicBezTo>
                        <a:pt x="176213" y="181928"/>
                        <a:pt x="231458" y="103822"/>
                        <a:pt x="313373" y="39053"/>
                      </a:cubicBezTo>
                      <a:close/>
                    </a:path>
                  </a:pathLst>
                </a:custGeom>
                <a:solidFill>
                  <a:srgbClr val="191919">
                    <a:alpha val="39607"/>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5" name="Google Shape;445;p1"/>
                <p:cNvSpPr/>
                <p:nvPr/>
              </p:nvSpPr>
              <p:spPr>
                <a:xfrm>
                  <a:off x="5265420" y="1750322"/>
                  <a:ext cx="1546860" cy="333747"/>
                </a:xfrm>
                <a:custGeom>
                  <a:rect b="b" l="l" r="r" t="t"/>
                  <a:pathLst>
                    <a:path extrusionOk="0" h="333747" w="1546860">
                      <a:moveTo>
                        <a:pt x="1546860" y="333748"/>
                      </a:moveTo>
                      <a:cubicBezTo>
                        <a:pt x="668655" y="90860"/>
                        <a:pt x="0" y="333748"/>
                        <a:pt x="0" y="333748"/>
                      </a:cubicBezTo>
                      <a:cubicBezTo>
                        <a:pt x="82867" y="268978"/>
                        <a:pt x="138113" y="188968"/>
                        <a:pt x="126683" y="76573"/>
                      </a:cubicBezTo>
                      <a:cubicBezTo>
                        <a:pt x="544830" y="-33917"/>
                        <a:pt x="977265" y="-16772"/>
                        <a:pt x="1417320" y="76573"/>
                      </a:cubicBezTo>
                      <a:cubicBezTo>
                        <a:pt x="1417320" y="76573"/>
                        <a:pt x="1409700" y="260405"/>
                        <a:pt x="1546860" y="333748"/>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6" name="Google Shape;446;p1"/>
                <p:cNvSpPr/>
                <p:nvPr/>
              </p:nvSpPr>
              <p:spPr>
                <a:xfrm>
                  <a:off x="6509384" y="1794510"/>
                  <a:ext cx="303847" cy="289560"/>
                </a:xfrm>
                <a:custGeom>
                  <a:rect b="b" l="l" r="r" t="t"/>
                  <a:pathLst>
                    <a:path extrusionOk="0" h="289560" w="303847">
                      <a:moveTo>
                        <a:pt x="0" y="0"/>
                      </a:moveTo>
                      <a:cubicBezTo>
                        <a:pt x="2858" y="44767"/>
                        <a:pt x="8572" y="89535"/>
                        <a:pt x="22860" y="131445"/>
                      </a:cubicBezTo>
                      <a:cubicBezTo>
                        <a:pt x="37147" y="173355"/>
                        <a:pt x="59055" y="210502"/>
                        <a:pt x="91440" y="239077"/>
                      </a:cubicBezTo>
                      <a:cubicBezTo>
                        <a:pt x="160972" y="252413"/>
                        <a:pt x="231458" y="269557"/>
                        <a:pt x="303847" y="289560"/>
                      </a:cubicBezTo>
                      <a:cubicBezTo>
                        <a:pt x="166688" y="216217"/>
                        <a:pt x="174308" y="32385"/>
                        <a:pt x="174308" y="32385"/>
                      </a:cubicBezTo>
                      <a:cubicBezTo>
                        <a:pt x="115253" y="20002"/>
                        <a:pt x="57150" y="9525"/>
                        <a:pt x="0" y="0"/>
                      </a:cubicBezTo>
                      <a:close/>
                    </a:path>
                  </a:pathLst>
                </a:custGeom>
                <a:solidFill>
                  <a:srgbClr val="191919">
                    <a:alpha val="39607"/>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47" name="Google Shape;447;p1"/>
                <p:cNvGrpSpPr/>
                <p:nvPr/>
              </p:nvGrpSpPr>
              <p:grpSpPr>
                <a:xfrm>
                  <a:off x="5394959" y="4253865"/>
                  <a:ext cx="1291590" cy="160019"/>
                  <a:chOff x="5394959" y="4253865"/>
                  <a:chExt cx="1291590" cy="160019"/>
                </a:xfrm>
              </p:grpSpPr>
              <p:sp>
                <p:nvSpPr>
                  <p:cNvPr id="448" name="Google Shape;448;p1"/>
                  <p:cNvSpPr/>
                  <p:nvPr/>
                </p:nvSpPr>
                <p:spPr>
                  <a:xfrm>
                    <a:off x="5394959" y="4253865"/>
                    <a:ext cx="1291590" cy="160019"/>
                  </a:xfrm>
                  <a:custGeom>
                    <a:rect b="b" l="l" r="r" t="t"/>
                    <a:pathLst>
                      <a:path extrusionOk="0" h="160019" w="1291590">
                        <a:moveTo>
                          <a:pt x="1291590" y="80010"/>
                        </a:moveTo>
                        <a:cubicBezTo>
                          <a:pt x="1291590" y="94297"/>
                          <a:pt x="1260158" y="108585"/>
                          <a:pt x="1204913" y="120015"/>
                        </a:cubicBezTo>
                        <a:cubicBezTo>
                          <a:pt x="1093470" y="143828"/>
                          <a:pt x="884872" y="160020"/>
                          <a:pt x="645795" y="160020"/>
                        </a:cubicBezTo>
                        <a:cubicBezTo>
                          <a:pt x="406718" y="160020"/>
                          <a:pt x="199073" y="143828"/>
                          <a:pt x="86678" y="120015"/>
                        </a:cubicBezTo>
                        <a:cubicBezTo>
                          <a:pt x="31433" y="108585"/>
                          <a:pt x="0" y="94297"/>
                          <a:pt x="0" y="80010"/>
                        </a:cubicBezTo>
                        <a:cubicBezTo>
                          <a:pt x="0" y="36195"/>
                          <a:pt x="288608" y="0"/>
                          <a:pt x="645795" y="0"/>
                        </a:cubicBezTo>
                        <a:cubicBezTo>
                          <a:pt x="996315" y="0"/>
                          <a:pt x="1282065" y="34290"/>
                          <a:pt x="1290638" y="78105"/>
                        </a:cubicBezTo>
                        <a:cubicBezTo>
                          <a:pt x="1291590" y="78105"/>
                          <a:pt x="1291590" y="79057"/>
                          <a:pt x="1291590" y="80010"/>
                        </a:cubicBezTo>
                        <a:close/>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49" name="Google Shape;449;p1"/>
                  <p:cNvSpPr/>
                  <p:nvPr/>
                </p:nvSpPr>
                <p:spPr>
                  <a:xfrm>
                    <a:off x="5481637" y="4333875"/>
                    <a:ext cx="1118234" cy="80009"/>
                  </a:xfrm>
                  <a:custGeom>
                    <a:rect b="b" l="l" r="r" t="t"/>
                    <a:pathLst>
                      <a:path extrusionOk="0" h="80009" w="1118234">
                        <a:moveTo>
                          <a:pt x="1118235" y="40005"/>
                        </a:moveTo>
                        <a:cubicBezTo>
                          <a:pt x="1006793" y="63818"/>
                          <a:pt x="798195" y="80010"/>
                          <a:pt x="559118" y="80010"/>
                        </a:cubicBezTo>
                        <a:cubicBezTo>
                          <a:pt x="320040" y="80010"/>
                          <a:pt x="112395" y="63818"/>
                          <a:pt x="0" y="40005"/>
                        </a:cubicBezTo>
                        <a:cubicBezTo>
                          <a:pt x="111442" y="16193"/>
                          <a:pt x="320040" y="0"/>
                          <a:pt x="559118" y="0"/>
                        </a:cubicBezTo>
                        <a:cubicBezTo>
                          <a:pt x="798195" y="0"/>
                          <a:pt x="1006793" y="16193"/>
                          <a:pt x="1118235" y="40005"/>
                        </a:cubicBezTo>
                        <a:close/>
                      </a:path>
                    </a:pathLst>
                  </a:custGeom>
                  <a:solidFill>
                    <a:schemeClr val="dk1"/>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50" name="Google Shape;450;p1"/>
                <p:cNvSpPr/>
                <p:nvPr/>
              </p:nvSpPr>
              <p:spPr>
                <a:xfrm>
                  <a:off x="5366384" y="1734740"/>
                  <a:ext cx="1344930" cy="115451"/>
                </a:xfrm>
                <a:custGeom>
                  <a:rect b="b" l="l" r="r" t="t"/>
                  <a:pathLst>
                    <a:path extrusionOk="0" h="115451" w="1344930">
                      <a:moveTo>
                        <a:pt x="1314450" y="115014"/>
                      </a:moveTo>
                      <a:cubicBezTo>
                        <a:pt x="899160" y="41672"/>
                        <a:pt x="470535" y="42624"/>
                        <a:pt x="30480" y="115014"/>
                      </a:cubicBezTo>
                      <a:cubicBezTo>
                        <a:pt x="14288" y="117872"/>
                        <a:pt x="0" y="105489"/>
                        <a:pt x="0" y="89297"/>
                      </a:cubicBezTo>
                      <a:lnTo>
                        <a:pt x="0" y="89297"/>
                      </a:lnTo>
                      <a:cubicBezTo>
                        <a:pt x="0" y="76914"/>
                        <a:pt x="8573" y="65484"/>
                        <a:pt x="20955" y="63579"/>
                      </a:cubicBezTo>
                      <a:cubicBezTo>
                        <a:pt x="455295" y="-21193"/>
                        <a:pt x="889635" y="-21193"/>
                        <a:pt x="1323975" y="63579"/>
                      </a:cubicBezTo>
                      <a:cubicBezTo>
                        <a:pt x="1336358" y="66437"/>
                        <a:pt x="1344930" y="76914"/>
                        <a:pt x="1344930" y="89297"/>
                      </a:cubicBezTo>
                      <a:lnTo>
                        <a:pt x="1344930" y="89297"/>
                      </a:lnTo>
                      <a:cubicBezTo>
                        <a:pt x="1344930" y="106442"/>
                        <a:pt x="1330643" y="117872"/>
                        <a:pt x="1314450" y="115014"/>
                      </a:cubicBezTo>
                      <a:close/>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451" name="Google Shape;451;p1"/>
              <p:cNvGrpSpPr/>
              <p:nvPr/>
            </p:nvGrpSpPr>
            <p:grpSpPr>
              <a:xfrm>
                <a:off x="5847270" y="4322444"/>
                <a:ext cx="1131818" cy="991722"/>
                <a:chOff x="5847270" y="4322444"/>
                <a:chExt cx="1131818" cy="991722"/>
              </a:xfrm>
            </p:grpSpPr>
            <p:grpSp>
              <p:nvGrpSpPr>
                <p:cNvPr id="452" name="Google Shape;452;p1"/>
                <p:cNvGrpSpPr/>
                <p:nvPr/>
              </p:nvGrpSpPr>
              <p:grpSpPr>
                <a:xfrm>
                  <a:off x="5847270" y="4597116"/>
                  <a:ext cx="1131818" cy="717050"/>
                  <a:chOff x="5847270" y="4597116"/>
                  <a:chExt cx="1131818" cy="717050"/>
                </a:xfrm>
              </p:grpSpPr>
              <p:grpSp>
                <p:nvGrpSpPr>
                  <p:cNvPr id="453" name="Google Shape;453;p1"/>
                  <p:cNvGrpSpPr/>
                  <p:nvPr/>
                </p:nvGrpSpPr>
                <p:grpSpPr>
                  <a:xfrm>
                    <a:off x="5847270" y="4723447"/>
                    <a:ext cx="1131818" cy="590719"/>
                    <a:chOff x="5847270" y="4723447"/>
                    <a:chExt cx="1131818" cy="590719"/>
                  </a:xfrm>
                </p:grpSpPr>
                <p:grpSp>
                  <p:nvGrpSpPr>
                    <p:cNvPr id="454" name="Google Shape;454;p1"/>
                    <p:cNvGrpSpPr/>
                    <p:nvPr/>
                  </p:nvGrpSpPr>
                  <p:grpSpPr>
                    <a:xfrm>
                      <a:off x="5847270" y="4723447"/>
                      <a:ext cx="1131818" cy="590719"/>
                      <a:chOff x="5847270" y="4723447"/>
                      <a:chExt cx="1131818" cy="590719"/>
                    </a:xfrm>
                  </p:grpSpPr>
                  <p:sp>
                    <p:nvSpPr>
                      <p:cNvPr id="455" name="Google Shape;455;p1"/>
                      <p:cNvSpPr/>
                      <p:nvPr/>
                    </p:nvSpPr>
                    <p:spPr>
                      <a:xfrm>
                        <a:off x="5847270" y="4723447"/>
                        <a:ext cx="1131818" cy="590719"/>
                      </a:xfrm>
                      <a:custGeom>
                        <a:rect b="b" l="l" r="r" t="t"/>
                        <a:pathLst>
                          <a:path extrusionOk="0" h="590719" w="1131818">
                            <a:moveTo>
                              <a:pt x="647827" y="150495"/>
                            </a:moveTo>
                            <a:cubicBezTo>
                              <a:pt x="647827" y="150495"/>
                              <a:pt x="578295" y="76200"/>
                              <a:pt x="502095" y="42863"/>
                            </a:cubicBezTo>
                            <a:lnTo>
                              <a:pt x="175387" y="0"/>
                            </a:lnTo>
                            <a:cubicBezTo>
                              <a:pt x="175387" y="0"/>
                              <a:pt x="-53213" y="179070"/>
                              <a:pt x="11557" y="392430"/>
                            </a:cubicBezTo>
                            <a:cubicBezTo>
                              <a:pt x="33464" y="464820"/>
                              <a:pt x="95377" y="518160"/>
                              <a:pt x="170625" y="531495"/>
                            </a:cubicBezTo>
                            <a:cubicBezTo>
                              <a:pt x="242062" y="543878"/>
                              <a:pt x="343980" y="553403"/>
                              <a:pt x="438277" y="532447"/>
                            </a:cubicBezTo>
                            <a:cubicBezTo>
                              <a:pt x="438277" y="532447"/>
                              <a:pt x="700214" y="637222"/>
                              <a:pt x="981202" y="565785"/>
                            </a:cubicBezTo>
                            <a:cubicBezTo>
                              <a:pt x="1051687" y="547688"/>
                              <a:pt x="1106932" y="493395"/>
                              <a:pt x="1123124" y="422910"/>
                            </a:cubicBezTo>
                            <a:cubicBezTo>
                              <a:pt x="1190752" y="133350"/>
                              <a:pt x="847852" y="0"/>
                              <a:pt x="647827" y="150495"/>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56" name="Google Shape;456;p1"/>
                      <p:cNvSpPr/>
                      <p:nvPr/>
                    </p:nvSpPr>
                    <p:spPr>
                      <a:xfrm>
                        <a:off x="6394132" y="4843462"/>
                        <a:ext cx="98107" cy="155257"/>
                      </a:xfrm>
                      <a:custGeom>
                        <a:rect b="b" l="l" r="r" t="t"/>
                        <a:pathLst>
                          <a:path extrusionOk="0" h="155257" w="98107">
                            <a:moveTo>
                              <a:pt x="0" y="155257"/>
                            </a:moveTo>
                            <a:cubicBezTo>
                              <a:pt x="13335" y="125730"/>
                              <a:pt x="42863" y="77153"/>
                              <a:pt x="59055" y="61913"/>
                            </a:cubicBezTo>
                            <a:cubicBezTo>
                              <a:pt x="71438" y="50482"/>
                              <a:pt x="83820" y="40957"/>
                              <a:pt x="98108" y="31432"/>
                            </a:cubicBezTo>
                            <a:cubicBezTo>
                              <a:pt x="89535" y="23813"/>
                              <a:pt x="78105" y="12382"/>
                              <a:pt x="62865" y="0"/>
                            </a:cubicBezTo>
                            <a:cubicBezTo>
                              <a:pt x="53340" y="14288"/>
                              <a:pt x="44768" y="29528"/>
                              <a:pt x="37148" y="45720"/>
                            </a:cubicBezTo>
                            <a:cubicBezTo>
                              <a:pt x="25718" y="66675"/>
                              <a:pt x="2858" y="132397"/>
                              <a:pt x="0" y="155257"/>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57" name="Google Shape;457;p1"/>
                      <p:cNvSpPr/>
                      <p:nvPr/>
                    </p:nvSpPr>
                    <p:spPr>
                      <a:xfrm>
                        <a:off x="6642764" y="4831832"/>
                        <a:ext cx="275096" cy="235751"/>
                      </a:xfrm>
                      <a:custGeom>
                        <a:rect b="b" l="l" r="r" t="t"/>
                        <a:pathLst>
                          <a:path extrusionOk="0" h="235751" w="275096">
                            <a:moveTo>
                              <a:pt x="17116" y="24012"/>
                            </a:moveTo>
                            <a:cubicBezTo>
                              <a:pt x="19973" y="21155"/>
                              <a:pt x="23783" y="17345"/>
                              <a:pt x="27593" y="15440"/>
                            </a:cubicBezTo>
                            <a:cubicBezTo>
                              <a:pt x="49501" y="200"/>
                              <a:pt x="78076" y="-2658"/>
                              <a:pt x="104746" y="2105"/>
                            </a:cubicBezTo>
                            <a:cubicBezTo>
                              <a:pt x="161896" y="12583"/>
                              <a:pt x="219998" y="51635"/>
                              <a:pt x="253336" y="99260"/>
                            </a:cubicBezTo>
                            <a:cubicBezTo>
                              <a:pt x="272386" y="126883"/>
                              <a:pt x="281911" y="163077"/>
                              <a:pt x="269528" y="193558"/>
                            </a:cubicBezTo>
                            <a:cubicBezTo>
                              <a:pt x="257146" y="224037"/>
                              <a:pt x="219046" y="244993"/>
                              <a:pt x="189518" y="231658"/>
                            </a:cubicBezTo>
                            <a:cubicBezTo>
                              <a:pt x="159991" y="218323"/>
                              <a:pt x="150466" y="182127"/>
                              <a:pt x="126653" y="161173"/>
                            </a:cubicBezTo>
                            <a:cubicBezTo>
                              <a:pt x="108555" y="144980"/>
                              <a:pt x="82838" y="138312"/>
                              <a:pt x="59978" y="130692"/>
                            </a:cubicBezTo>
                            <a:cubicBezTo>
                              <a:pt x="37118" y="122120"/>
                              <a:pt x="12353" y="108785"/>
                              <a:pt x="3780" y="85925"/>
                            </a:cubicBezTo>
                            <a:cubicBezTo>
                              <a:pt x="-4792" y="64970"/>
                              <a:pt x="1876" y="40205"/>
                              <a:pt x="17116" y="24012"/>
                            </a:cubicBezTo>
                            <a:close/>
                          </a:path>
                        </a:pathLst>
                      </a:custGeom>
                      <a:solidFill>
                        <a:srgbClr val="FFFFFF">
                          <a:alpha val="44705"/>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58" name="Google Shape;458;p1"/>
                    <p:cNvSpPr/>
                    <p:nvPr/>
                  </p:nvSpPr>
                  <p:spPr>
                    <a:xfrm>
                      <a:off x="6389369" y="4873942"/>
                      <a:ext cx="105727" cy="137159"/>
                    </a:xfrm>
                    <a:custGeom>
                      <a:rect b="b" l="l" r="r" t="t"/>
                      <a:pathLst>
                        <a:path extrusionOk="0" h="137159" w="105727">
                          <a:moveTo>
                            <a:pt x="105728" y="0"/>
                          </a:moveTo>
                          <a:cubicBezTo>
                            <a:pt x="105728" y="0"/>
                            <a:pt x="27623" y="59055"/>
                            <a:pt x="0" y="137160"/>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59" name="Google Shape;459;p1"/>
                  <p:cNvSpPr/>
                  <p:nvPr/>
                </p:nvSpPr>
                <p:spPr>
                  <a:xfrm>
                    <a:off x="5995872" y="4597116"/>
                    <a:ext cx="421235" cy="247900"/>
                  </a:xfrm>
                  <a:custGeom>
                    <a:rect b="b" l="l" r="r" t="t"/>
                    <a:pathLst>
                      <a:path extrusionOk="0" h="247900" w="421235">
                        <a:moveTo>
                          <a:pt x="421120" y="135856"/>
                        </a:moveTo>
                        <a:cubicBezTo>
                          <a:pt x="417310" y="204436"/>
                          <a:pt x="320155" y="253966"/>
                          <a:pt x="203950" y="247299"/>
                        </a:cubicBezTo>
                        <a:cubicBezTo>
                          <a:pt x="87745" y="240631"/>
                          <a:pt x="-3695" y="179671"/>
                          <a:pt x="115" y="112044"/>
                        </a:cubicBezTo>
                        <a:cubicBezTo>
                          <a:pt x="3925" y="43464"/>
                          <a:pt x="101080" y="-6066"/>
                          <a:pt x="217285" y="601"/>
                        </a:cubicBezTo>
                        <a:cubicBezTo>
                          <a:pt x="334442" y="7269"/>
                          <a:pt x="424930" y="67276"/>
                          <a:pt x="421120" y="135856"/>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60" name="Google Shape;460;p1"/>
                <p:cNvSpPr/>
                <p:nvPr/>
              </p:nvSpPr>
              <p:spPr>
                <a:xfrm>
                  <a:off x="6106069" y="4322444"/>
                  <a:ext cx="331878" cy="445005"/>
                </a:xfrm>
                <a:custGeom>
                  <a:rect b="b" l="l" r="r" t="t"/>
                  <a:pathLst>
                    <a:path extrusionOk="0" h="445005" w="331878">
                      <a:moveTo>
                        <a:pt x="115661" y="0"/>
                      </a:moveTo>
                      <a:cubicBezTo>
                        <a:pt x="77561" y="114300"/>
                        <a:pt x="35651" y="240983"/>
                        <a:pt x="5171" y="334328"/>
                      </a:cubicBezTo>
                      <a:cubicBezTo>
                        <a:pt x="-16737" y="401955"/>
                        <a:pt x="33746" y="442913"/>
                        <a:pt x="104231" y="444818"/>
                      </a:cubicBezTo>
                      <a:cubicBezTo>
                        <a:pt x="151856" y="445770"/>
                        <a:pt x="192813" y="444818"/>
                        <a:pt x="206148" y="399098"/>
                      </a:cubicBezTo>
                      <a:lnTo>
                        <a:pt x="331878" y="0"/>
                      </a:lnTo>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461" name="Google Shape;461;p1"/>
              <p:cNvGrpSpPr/>
              <p:nvPr/>
            </p:nvGrpSpPr>
            <p:grpSpPr>
              <a:xfrm>
                <a:off x="4836618" y="4214284"/>
                <a:ext cx="1146033" cy="1073608"/>
                <a:chOff x="4836618" y="4214284"/>
                <a:chExt cx="1146033" cy="1073608"/>
              </a:xfrm>
            </p:grpSpPr>
            <p:sp>
              <p:nvSpPr>
                <p:cNvPr id="462" name="Google Shape;462;p1"/>
                <p:cNvSpPr/>
                <p:nvPr/>
              </p:nvSpPr>
              <p:spPr>
                <a:xfrm>
                  <a:off x="5518784" y="4321492"/>
                  <a:ext cx="463867" cy="492442"/>
                </a:xfrm>
                <a:custGeom>
                  <a:rect b="b" l="l" r="r" t="t"/>
                  <a:pathLst>
                    <a:path extrusionOk="0" h="492442" w="463867">
                      <a:moveTo>
                        <a:pt x="221933" y="952"/>
                      </a:moveTo>
                      <a:cubicBezTo>
                        <a:pt x="113348" y="191452"/>
                        <a:pt x="0" y="335280"/>
                        <a:pt x="0" y="335280"/>
                      </a:cubicBezTo>
                      <a:lnTo>
                        <a:pt x="154305" y="492442"/>
                      </a:lnTo>
                      <a:cubicBezTo>
                        <a:pt x="327660" y="319088"/>
                        <a:pt x="427673" y="94297"/>
                        <a:pt x="463868" y="0"/>
                      </a:cubicBezTo>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63" name="Google Shape;463;p1"/>
                <p:cNvSpPr/>
                <p:nvPr/>
              </p:nvSpPr>
              <p:spPr>
                <a:xfrm>
                  <a:off x="5427171" y="4561924"/>
                  <a:ext cx="341083" cy="337334"/>
                </a:xfrm>
                <a:custGeom>
                  <a:rect b="b" l="l" r="r" t="t"/>
                  <a:pathLst>
                    <a:path extrusionOk="0" h="337334" w="341083">
                      <a:moveTo>
                        <a:pt x="304973" y="294873"/>
                      </a:moveTo>
                      <a:cubicBezTo>
                        <a:pt x="246871" y="356786"/>
                        <a:pt x="140191" y="350119"/>
                        <a:pt x="65896" y="280586"/>
                      </a:cubicBezTo>
                      <a:cubicBezTo>
                        <a:pt x="-8399" y="211054"/>
                        <a:pt x="-21734" y="104373"/>
                        <a:pt x="35416" y="42461"/>
                      </a:cubicBezTo>
                      <a:cubicBezTo>
                        <a:pt x="93518" y="-19452"/>
                        <a:pt x="200198" y="-12784"/>
                        <a:pt x="274493" y="56748"/>
                      </a:cubicBezTo>
                      <a:cubicBezTo>
                        <a:pt x="349741" y="126281"/>
                        <a:pt x="363076" y="232961"/>
                        <a:pt x="304973" y="29487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64" name="Google Shape;464;p1"/>
                <p:cNvGrpSpPr/>
                <p:nvPr/>
              </p:nvGrpSpPr>
              <p:grpSpPr>
                <a:xfrm>
                  <a:off x="4836618" y="4214284"/>
                  <a:ext cx="875553" cy="1073608"/>
                  <a:chOff x="4836618" y="4214284"/>
                  <a:chExt cx="875553" cy="1073608"/>
                </a:xfrm>
              </p:grpSpPr>
              <p:grpSp>
                <p:nvGrpSpPr>
                  <p:cNvPr id="465" name="Google Shape;465;p1"/>
                  <p:cNvGrpSpPr/>
                  <p:nvPr/>
                </p:nvGrpSpPr>
                <p:grpSpPr>
                  <a:xfrm>
                    <a:off x="4837570" y="4214284"/>
                    <a:ext cx="874601" cy="1073060"/>
                    <a:chOff x="4837570" y="4214284"/>
                    <a:chExt cx="874601" cy="1073060"/>
                  </a:xfrm>
                </p:grpSpPr>
                <p:sp>
                  <p:nvSpPr>
                    <p:cNvPr id="466" name="Google Shape;466;p1"/>
                    <p:cNvSpPr/>
                    <p:nvPr/>
                  </p:nvSpPr>
                  <p:spPr>
                    <a:xfrm>
                      <a:off x="4837570" y="4214284"/>
                      <a:ext cx="874601" cy="1073060"/>
                    </a:xfrm>
                    <a:custGeom>
                      <a:rect b="b" l="l" r="r" t="t"/>
                      <a:pathLst>
                        <a:path extrusionOk="0" h="1073060" w="874601">
                          <a:moveTo>
                            <a:pt x="841234" y="612985"/>
                          </a:moveTo>
                          <a:cubicBezTo>
                            <a:pt x="806944" y="540595"/>
                            <a:pt x="757414" y="484398"/>
                            <a:pt x="689787" y="447250"/>
                          </a:cubicBezTo>
                          <a:cubicBezTo>
                            <a:pt x="673594" y="439630"/>
                            <a:pt x="656449" y="432963"/>
                            <a:pt x="638352" y="431058"/>
                          </a:cubicBezTo>
                          <a:cubicBezTo>
                            <a:pt x="698359" y="18625"/>
                            <a:pt x="244017" y="-120440"/>
                            <a:pt x="83997" y="112923"/>
                          </a:cubicBezTo>
                          <a:cubicBezTo>
                            <a:pt x="80187" y="117685"/>
                            <a:pt x="77329" y="122448"/>
                            <a:pt x="74472" y="127210"/>
                          </a:cubicBezTo>
                          <a:cubicBezTo>
                            <a:pt x="-95073" y="383433"/>
                            <a:pt x="56374" y="595840"/>
                            <a:pt x="215442" y="807295"/>
                          </a:cubicBezTo>
                          <a:cubicBezTo>
                            <a:pt x="301167" y="1048278"/>
                            <a:pt x="442137" y="1121621"/>
                            <a:pt x="631684" y="1042563"/>
                          </a:cubicBezTo>
                          <a:cubicBezTo>
                            <a:pt x="664069" y="1029228"/>
                            <a:pt x="698359" y="1013988"/>
                            <a:pt x="729792" y="994938"/>
                          </a:cubicBezTo>
                          <a:cubicBezTo>
                            <a:pt x="789799" y="959695"/>
                            <a:pt x="837424" y="907308"/>
                            <a:pt x="860284" y="840633"/>
                          </a:cubicBezTo>
                          <a:cubicBezTo>
                            <a:pt x="886002" y="765385"/>
                            <a:pt x="875524" y="685375"/>
                            <a:pt x="841234" y="612985"/>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67" name="Google Shape;467;p1"/>
                    <p:cNvSpPr/>
                    <p:nvPr/>
                  </p:nvSpPr>
                  <p:spPr>
                    <a:xfrm>
                      <a:off x="5099467" y="4245368"/>
                      <a:ext cx="265350" cy="217766"/>
                    </a:xfrm>
                    <a:custGeom>
                      <a:rect b="b" l="l" r="r" t="t"/>
                      <a:pathLst>
                        <a:path extrusionOk="0" h="217766" w="265350">
                          <a:moveTo>
                            <a:pt x="15458" y="25641"/>
                          </a:moveTo>
                          <a:cubicBezTo>
                            <a:pt x="18315" y="22784"/>
                            <a:pt x="21173" y="18974"/>
                            <a:pt x="24983" y="17069"/>
                          </a:cubicBezTo>
                          <a:cubicBezTo>
                            <a:pt x="44985" y="1829"/>
                            <a:pt x="71655" y="-1981"/>
                            <a:pt x="97373" y="876"/>
                          </a:cubicBezTo>
                          <a:cubicBezTo>
                            <a:pt x="152618" y="8496"/>
                            <a:pt x="208815" y="42786"/>
                            <a:pt x="242153" y="86601"/>
                          </a:cubicBezTo>
                          <a:cubicBezTo>
                            <a:pt x="261203" y="111366"/>
                            <a:pt x="271680" y="145656"/>
                            <a:pt x="261203" y="175184"/>
                          </a:cubicBezTo>
                          <a:cubicBezTo>
                            <a:pt x="250725" y="204711"/>
                            <a:pt x="215483" y="226619"/>
                            <a:pt x="186908" y="214236"/>
                          </a:cubicBezTo>
                          <a:cubicBezTo>
                            <a:pt x="158333" y="202806"/>
                            <a:pt x="147855" y="168516"/>
                            <a:pt x="124043" y="149466"/>
                          </a:cubicBezTo>
                          <a:cubicBezTo>
                            <a:pt x="105945" y="135179"/>
                            <a:pt x="82133" y="130416"/>
                            <a:pt x="59273" y="122796"/>
                          </a:cubicBezTo>
                          <a:cubicBezTo>
                            <a:pt x="37365" y="116129"/>
                            <a:pt x="13553" y="104699"/>
                            <a:pt x="4028" y="82791"/>
                          </a:cubicBezTo>
                          <a:cubicBezTo>
                            <a:pt x="-4545" y="64694"/>
                            <a:pt x="1170" y="40881"/>
                            <a:pt x="15458" y="25641"/>
                          </a:cubicBezTo>
                          <a:close/>
                        </a:path>
                      </a:pathLst>
                    </a:custGeom>
                    <a:solidFill>
                      <a:srgbClr val="FFFFFF">
                        <a:alpha val="44705"/>
                      </a:srgbClr>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68" name="Google Shape;468;p1"/>
                  <p:cNvSpPr/>
                  <p:nvPr/>
                </p:nvSpPr>
                <p:spPr>
                  <a:xfrm>
                    <a:off x="4836618" y="4341199"/>
                    <a:ext cx="647352" cy="946693"/>
                  </a:xfrm>
                  <a:custGeom>
                    <a:rect b="b" l="l" r="r" t="t"/>
                    <a:pathLst>
                      <a:path extrusionOk="0" h="946693" w="647352">
                        <a:moveTo>
                          <a:pt x="631684" y="916601"/>
                        </a:moveTo>
                        <a:cubicBezTo>
                          <a:pt x="441184" y="994706"/>
                          <a:pt x="301167" y="922316"/>
                          <a:pt x="215442" y="681333"/>
                        </a:cubicBezTo>
                        <a:cubicBezTo>
                          <a:pt x="56374" y="469878"/>
                          <a:pt x="-95073" y="257471"/>
                          <a:pt x="74472" y="1248"/>
                        </a:cubicBezTo>
                        <a:cubicBezTo>
                          <a:pt x="210679" y="-15897"/>
                          <a:pt x="404037" y="145076"/>
                          <a:pt x="532624" y="391773"/>
                        </a:cubicBezTo>
                        <a:cubicBezTo>
                          <a:pt x="636447" y="591798"/>
                          <a:pt x="670737" y="792776"/>
                          <a:pt x="631684" y="916601"/>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grpSp>
            <p:nvGrpSpPr>
              <p:cNvPr id="469" name="Google Shape;469;p1"/>
              <p:cNvGrpSpPr/>
              <p:nvPr/>
            </p:nvGrpSpPr>
            <p:grpSpPr>
              <a:xfrm>
                <a:off x="6529387" y="2292783"/>
                <a:ext cx="1285712" cy="1076212"/>
                <a:chOff x="6529387" y="2292783"/>
                <a:chExt cx="1285712" cy="1076212"/>
              </a:xfrm>
            </p:grpSpPr>
            <p:sp>
              <p:nvSpPr>
                <p:cNvPr id="470" name="Google Shape;470;p1"/>
                <p:cNvSpPr/>
                <p:nvPr/>
              </p:nvSpPr>
              <p:spPr>
                <a:xfrm>
                  <a:off x="6529387" y="2910840"/>
                  <a:ext cx="738187" cy="458155"/>
                </a:xfrm>
                <a:custGeom>
                  <a:rect b="b" l="l" r="r" t="t"/>
                  <a:pathLst>
                    <a:path extrusionOk="0" h="458155" w="738187">
                      <a:moveTo>
                        <a:pt x="0" y="380047"/>
                      </a:moveTo>
                      <a:cubicBezTo>
                        <a:pt x="471488" y="657225"/>
                        <a:pt x="738188" y="107632"/>
                        <a:pt x="738188" y="107632"/>
                      </a:cubicBezTo>
                      <a:lnTo>
                        <a:pt x="573405" y="0"/>
                      </a:lnTo>
                      <a:cubicBezTo>
                        <a:pt x="354330" y="330517"/>
                        <a:pt x="207645" y="209550"/>
                        <a:pt x="52388" y="154305"/>
                      </a:cubicBezTo>
                    </a:path>
                  </a:pathLst>
                </a:custGeom>
                <a:solidFill>
                  <a:schemeClr val="accent3"/>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71" name="Google Shape;471;p1"/>
                <p:cNvGrpSpPr/>
                <p:nvPr/>
              </p:nvGrpSpPr>
              <p:grpSpPr>
                <a:xfrm>
                  <a:off x="6901708" y="2292783"/>
                  <a:ext cx="913391" cy="789506"/>
                  <a:chOff x="6901708" y="2292783"/>
                  <a:chExt cx="913391" cy="789506"/>
                </a:xfrm>
              </p:grpSpPr>
              <p:sp>
                <p:nvSpPr>
                  <p:cNvPr id="472" name="Google Shape;472;p1"/>
                  <p:cNvSpPr/>
                  <p:nvPr/>
                </p:nvSpPr>
                <p:spPr>
                  <a:xfrm>
                    <a:off x="7041558" y="2869881"/>
                    <a:ext cx="275220" cy="212408"/>
                  </a:xfrm>
                  <a:custGeom>
                    <a:rect b="b" l="l" r="r" t="t"/>
                    <a:pathLst>
                      <a:path extrusionOk="0" h="212408" w="275220">
                        <a:moveTo>
                          <a:pt x="268879" y="191453"/>
                        </a:moveTo>
                        <a:cubicBezTo>
                          <a:pt x="246019" y="226696"/>
                          <a:pt x="168866" y="216218"/>
                          <a:pt x="96476" y="169546"/>
                        </a:cubicBezTo>
                        <a:cubicBezTo>
                          <a:pt x="24086" y="121921"/>
                          <a:pt x="-15919" y="55246"/>
                          <a:pt x="5989" y="20956"/>
                        </a:cubicBezTo>
                        <a:cubicBezTo>
                          <a:pt x="28849" y="-14287"/>
                          <a:pt x="106001" y="-3809"/>
                          <a:pt x="178391" y="42863"/>
                        </a:cubicBezTo>
                        <a:cubicBezTo>
                          <a:pt x="250781" y="89536"/>
                          <a:pt x="291739" y="156211"/>
                          <a:pt x="268879" y="19145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nvGrpSpPr>
                  <p:cNvPr id="473" name="Google Shape;473;p1"/>
                  <p:cNvGrpSpPr/>
                  <p:nvPr/>
                </p:nvGrpSpPr>
                <p:grpSpPr>
                  <a:xfrm>
                    <a:off x="6901708" y="2292783"/>
                    <a:ext cx="913391" cy="721517"/>
                    <a:chOff x="6901708" y="2292783"/>
                    <a:chExt cx="913391" cy="721517"/>
                  </a:xfrm>
                </p:grpSpPr>
                <p:sp>
                  <p:nvSpPr>
                    <p:cNvPr id="474" name="Google Shape;474;p1"/>
                    <p:cNvSpPr/>
                    <p:nvPr/>
                  </p:nvSpPr>
                  <p:spPr>
                    <a:xfrm>
                      <a:off x="6901708" y="2292783"/>
                      <a:ext cx="913391" cy="721517"/>
                    </a:xfrm>
                    <a:custGeom>
                      <a:rect b="b" l="l" r="r" t="t"/>
                      <a:pathLst>
                        <a:path extrusionOk="0" h="721517" w="913391">
                          <a:moveTo>
                            <a:pt x="97262" y="418031"/>
                          </a:moveTo>
                          <a:cubicBezTo>
                            <a:pt x="97262" y="418031"/>
                            <a:pt x="82022" y="648536"/>
                            <a:pt x="292524" y="672349"/>
                          </a:cubicBezTo>
                          <a:cubicBezTo>
                            <a:pt x="292524" y="672349"/>
                            <a:pt x="482072" y="858086"/>
                            <a:pt x="627804" y="507566"/>
                          </a:cubicBezTo>
                          <a:lnTo>
                            <a:pt x="863072" y="420889"/>
                          </a:lnTo>
                          <a:cubicBezTo>
                            <a:pt x="900219" y="407554"/>
                            <a:pt x="921174" y="367549"/>
                            <a:pt x="910697" y="329449"/>
                          </a:cubicBezTo>
                          <a:cubicBezTo>
                            <a:pt x="891647" y="263726"/>
                            <a:pt x="821162" y="211339"/>
                            <a:pt x="582084" y="339926"/>
                          </a:cubicBezTo>
                          <a:cubicBezTo>
                            <a:pt x="582084" y="339926"/>
                            <a:pt x="685907" y="258011"/>
                            <a:pt x="784967" y="207529"/>
                          </a:cubicBezTo>
                          <a:cubicBezTo>
                            <a:pt x="860214" y="168476"/>
                            <a:pt x="844022" y="55129"/>
                            <a:pt x="760202" y="42746"/>
                          </a:cubicBezTo>
                          <a:cubicBezTo>
                            <a:pt x="730674" y="37984"/>
                            <a:pt x="691622" y="42746"/>
                            <a:pt x="641139" y="63701"/>
                          </a:cubicBezTo>
                          <a:cubicBezTo>
                            <a:pt x="641139" y="63701"/>
                            <a:pt x="536364" y="107516"/>
                            <a:pt x="454449" y="261821"/>
                          </a:cubicBezTo>
                          <a:cubicBezTo>
                            <a:pt x="454449" y="261821"/>
                            <a:pt x="549699" y="-36311"/>
                            <a:pt x="335387" y="3694"/>
                          </a:cubicBezTo>
                          <a:cubicBezTo>
                            <a:pt x="287762" y="12266"/>
                            <a:pt x="244899" y="41794"/>
                            <a:pt x="225849" y="85609"/>
                          </a:cubicBezTo>
                          <a:cubicBezTo>
                            <a:pt x="208704" y="123709"/>
                            <a:pt x="211562" y="166571"/>
                            <a:pt x="301097" y="181811"/>
                          </a:cubicBezTo>
                          <a:cubicBezTo>
                            <a:pt x="310622" y="183716"/>
                            <a:pt x="320147" y="186574"/>
                            <a:pt x="328719" y="192289"/>
                          </a:cubicBezTo>
                          <a:cubicBezTo>
                            <a:pt x="349674" y="205624"/>
                            <a:pt x="374439" y="236104"/>
                            <a:pt x="317289" y="288491"/>
                          </a:cubicBezTo>
                          <a:lnTo>
                            <a:pt x="218229" y="339926"/>
                          </a:lnTo>
                          <a:lnTo>
                            <a:pt x="197274" y="251344"/>
                          </a:lnTo>
                          <a:cubicBezTo>
                            <a:pt x="197274" y="251344"/>
                            <a:pt x="259187" y="126566"/>
                            <a:pt x="177272" y="108469"/>
                          </a:cubicBezTo>
                          <a:cubicBezTo>
                            <a:pt x="145839" y="101801"/>
                            <a:pt x="114407" y="112279"/>
                            <a:pt x="90594" y="134186"/>
                          </a:cubicBezTo>
                          <a:cubicBezTo>
                            <a:pt x="32492" y="186574"/>
                            <a:pt x="-83713" y="320876"/>
                            <a:pt x="97262" y="418031"/>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75" name="Google Shape;475;p1"/>
                    <p:cNvSpPr/>
                    <p:nvPr/>
                  </p:nvSpPr>
                  <p:spPr>
                    <a:xfrm>
                      <a:off x="7037069" y="2543175"/>
                      <a:ext cx="62865" cy="60959"/>
                    </a:xfrm>
                    <a:custGeom>
                      <a:rect b="b" l="l" r="r" t="t"/>
                      <a:pathLst>
                        <a:path extrusionOk="0" h="60959" w="62865">
                          <a:moveTo>
                            <a:pt x="62865" y="0"/>
                          </a:moveTo>
                          <a:cubicBezTo>
                            <a:pt x="62865" y="0"/>
                            <a:pt x="50483" y="31433"/>
                            <a:pt x="0" y="60960"/>
                          </a:cubicBezTo>
                        </a:path>
                      </a:pathLst>
                    </a:custGeom>
                    <a:solidFill>
                      <a:srgbClr val="FFFFFF"/>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76" name="Google Shape;476;p1"/>
                    <p:cNvSpPr/>
                    <p:nvPr/>
                  </p:nvSpPr>
                  <p:spPr>
                    <a:xfrm>
                      <a:off x="7063740" y="2622232"/>
                      <a:ext cx="62865" cy="60959"/>
                    </a:xfrm>
                    <a:custGeom>
                      <a:rect b="b" l="l" r="r" t="t"/>
                      <a:pathLst>
                        <a:path extrusionOk="0" h="60959" w="62865">
                          <a:moveTo>
                            <a:pt x="62865" y="0"/>
                          </a:moveTo>
                          <a:cubicBezTo>
                            <a:pt x="62865" y="0"/>
                            <a:pt x="50482" y="31433"/>
                            <a:pt x="0" y="60960"/>
                          </a:cubicBezTo>
                        </a:path>
                      </a:pathLst>
                    </a:custGeom>
                    <a:solidFill>
                      <a:srgbClr val="FFFFFF"/>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77" name="Google Shape;477;p1"/>
                    <p:cNvSpPr/>
                    <p:nvPr/>
                  </p:nvSpPr>
                  <p:spPr>
                    <a:xfrm>
                      <a:off x="7299007" y="2586037"/>
                      <a:ext cx="178117" cy="148590"/>
                    </a:xfrm>
                    <a:custGeom>
                      <a:rect b="b" l="l" r="r" t="t"/>
                      <a:pathLst>
                        <a:path extrusionOk="0" h="148590" w="178117">
                          <a:moveTo>
                            <a:pt x="0" y="0"/>
                          </a:moveTo>
                          <a:cubicBezTo>
                            <a:pt x="0" y="0"/>
                            <a:pt x="117158" y="21908"/>
                            <a:pt x="178118" y="148590"/>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grpSp>
        </p:grpSp>
        <p:grpSp>
          <p:nvGrpSpPr>
            <p:cNvPr id="478" name="Google Shape;478;p1"/>
            <p:cNvGrpSpPr/>
            <p:nvPr/>
          </p:nvGrpSpPr>
          <p:grpSpPr>
            <a:xfrm>
              <a:off x="5726429" y="1312350"/>
              <a:ext cx="1232544" cy="1220846"/>
              <a:chOff x="5269229" y="2091675"/>
              <a:chExt cx="1232544" cy="1220846"/>
            </a:xfrm>
          </p:grpSpPr>
          <p:grpSp>
            <p:nvGrpSpPr>
              <p:cNvPr id="479" name="Google Shape;479;p1"/>
              <p:cNvGrpSpPr/>
              <p:nvPr/>
            </p:nvGrpSpPr>
            <p:grpSpPr>
              <a:xfrm>
                <a:off x="5269229" y="2091675"/>
                <a:ext cx="1232544" cy="905842"/>
                <a:chOff x="5269229" y="2091675"/>
                <a:chExt cx="1232544" cy="905842"/>
              </a:xfrm>
            </p:grpSpPr>
            <p:grpSp>
              <p:nvGrpSpPr>
                <p:cNvPr id="480" name="Google Shape;480;p1"/>
                <p:cNvGrpSpPr/>
                <p:nvPr/>
              </p:nvGrpSpPr>
              <p:grpSpPr>
                <a:xfrm>
                  <a:off x="5426396" y="2091675"/>
                  <a:ext cx="757234" cy="815814"/>
                  <a:chOff x="5426396" y="2091675"/>
                  <a:chExt cx="757234" cy="815814"/>
                </a:xfrm>
              </p:grpSpPr>
              <p:grpSp>
                <p:nvGrpSpPr>
                  <p:cNvPr id="481" name="Google Shape;481;p1"/>
                  <p:cNvGrpSpPr/>
                  <p:nvPr/>
                </p:nvGrpSpPr>
                <p:grpSpPr>
                  <a:xfrm>
                    <a:off x="5813699" y="2176175"/>
                    <a:ext cx="357028" cy="731314"/>
                    <a:chOff x="5813699" y="2176175"/>
                    <a:chExt cx="357028" cy="731314"/>
                  </a:xfrm>
                </p:grpSpPr>
                <p:sp>
                  <p:nvSpPr>
                    <p:cNvPr id="482" name="Google Shape;482;p1"/>
                    <p:cNvSpPr/>
                    <p:nvPr/>
                  </p:nvSpPr>
                  <p:spPr>
                    <a:xfrm>
                      <a:off x="5813699" y="2176175"/>
                      <a:ext cx="357027" cy="731314"/>
                    </a:xfrm>
                    <a:custGeom>
                      <a:rect b="b" l="l" r="r" t="t"/>
                      <a:pathLst>
                        <a:path extrusionOk="0" h="731314" w="357027">
                          <a:moveTo>
                            <a:pt x="4170" y="325090"/>
                          </a:moveTo>
                          <a:cubicBezTo>
                            <a:pt x="-16785" y="526067"/>
                            <a:pt x="43223" y="707042"/>
                            <a:pt x="139425" y="728950"/>
                          </a:cubicBezTo>
                          <a:cubicBezTo>
                            <a:pt x="157523" y="733712"/>
                            <a:pt x="176573" y="730855"/>
                            <a:pt x="194670" y="724187"/>
                          </a:cubicBezTo>
                          <a:cubicBezTo>
                            <a:pt x="269918" y="693707"/>
                            <a:pt x="335640" y="567977"/>
                            <a:pt x="352785" y="406052"/>
                          </a:cubicBezTo>
                          <a:cubicBezTo>
                            <a:pt x="369930" y="244127"/>
                            <a:pt x="333735" y="95537"/>
                            <a:pt x="268965" y="31720"/>
                          </a:cubicBezTo>
                          <a:cubicBezTo>
                            <a:pt x="253725" y="16480"/>
                            <a:pt x="236580" y="6002"/>
                            <a:pt x="217530" y="2192"/>
                          </a:cubicBezTo>
                          <a:cubicBezTo>
                            <a:pt x="120375" y="-19715"/>
                            <a:pt x="25125" y="125065"/>
                            <a:pt x="4170" y="325090"/>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83" name="Google Shape;483;p1"/>
                    <p:cNvSpPr/>
                    <p:nvPr/>
                  </p:nvSpPr>
                  <p:spPr>
                    <a:xfrm>
                      <a:off x="5919712" y="2207895"/>
                      <a:ext cx="251015" cy="692467"/>
                    </a:xfrm>
                    <a:custGeom>
                      <a:rect b="b" l="l" r="r" t="t"/>
                      <a:pathLst>
                        <a:path extrusionOk="0" h="692467" w="251015">
                          <a:moveTo>
                            <a:pt x="138188" y="362902"/>
                          </a:moveTo>
                          <a:lnTo>
                            <a:pt x="75" y="389572"/>
                          </a:lnTo>
                          <a:cubicBezTo>
                            <a:pt x="-1830" y="522922"/>
                            <a:pt x="32460" y="639127"/>
                            <a:pt x="88658" y="692468"/>
                          </a:cubicBezTo>
                          <a:cubicBezTo>
                            <a:pt x="163905" y="661988"/>
                            <a:pt x="229628" y="536258"/>
                            <a:pt x="246773" y="374333"/>
                          </a:cubicBezTo>
                          <a:cubicBezTo>
                            <a:pt x="263918" y="212408"/>
                            <a:pt x="227723" y="63817"/>
                            <a:pt x="162953" y="0"/>
                          </a:cubicBezTo>
                          <a:cubicBezTo>
                            <a:pt x="96278" y="26670"/>
                            <a:pt x="38175" y="127635"/>
                            <a:pt x="13410" y="261938"/>
                          </a:cubicBezTo>
                          <a:cubicBezTo>
                            <a:pt x="64845" y="304800"/>
                            <a:pt x="138188" y="362902"/>
                            <a:pt x="138188" y="362902"/>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484" name="Google Shape;484;p1"/>
                  <p:cNvGrpSpPr/>
                  <p:nvPr/>
                </p:nvGrpSpPr>
                <p:grpSpPr>
                  <a:xfrm>
                    <a:off x="5426396" y="2219371"/>
                    <a:ext cx="320931" cy="657215"/>
                    <a:chOff x="5426396" y="2219371"/>
                    <a:chExt cx="320931" cy="657215"/>
                  </a:xfrm>
                </p:grpSpPr>
                <p:sp>
                  <p:nvSpPr>
                    <p:cNvPr id="485" name="Google Shape;485;p1"/>
                    <p:cNvSpPr/>
                    <p:nvPr/>
                  </p:nvSpPr>
                  <p:spPr>
                    <a:xfrm>
                      <a:off x="5426396" y="2219371"/>
                      <a:ext cx="320931" cy="657215"/>
                    </a:xfrm>
                    <a:custGeom>
                      <a:rect b="b" l="l" r="r" t="t"/>
                      <a:pathLst>
                        <a:path extrusionOk="0" h="657215" w="320931">
                          <a:moveTo>
                            <a:pt x="3806" y="292371"/>
                          </a:moveTo>
                          <a:cubicBezTo>
                            <a:pt x="-15244" y="472394"/>
                            <a:pt x="39048" y="635271"/>
                            <a:pt x="125726" y="655274"/>
                          </a:cubicBezTo>
                          <a:cubicBezTo>
                            <a:pt x="141919" y="659083"/>
                            <a:pt x="159063" y="657178"/>
                            <a:pt x="175256" y="650511"/>
                          </a:cubicBezTo>
                          <a:cubicBezTo>
                            <a:pt x="242883" y="622888"/>
                            <a:pt x="301938" y="510494"/>
                            <a:pt x="317178" y="364761"/>
                          </a:cubicBezTo>
                          <a:cubicBezTo>
                            <a:pt x="332419" y="219028"/>
                            <a:pt x="300033" y="85678"/>
                            <a:pt x="241931" y="28528"/>
                          </a:cubicBezTo>
                          <a:cubicBezTo>
                            <a:pt x="227644" y="15193"/>
                            <a:pt x="212403" y="5668"/>
                            <a:pt x="196211" y="1858"/>
                          </a:cubicBezTo>
                          <a:cubicBezTo>
                            <a:pt x="109533" y="-17192"/>
                            <a:pt x="23808" y="112348"/>
                            <a:pt x="3806" y="292371"/>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86" name="Google Shape;486;p1"/>
                    <p:cNvSpPr/>
                    <p:nvPr/>
                  </p:nvSpPr>
                  <p:spPr>
                    <a:xfrm>
                      <a:off x="5522513" y="2248852"/>
                      <a:ext cx="224814" cy="621982"/>
                    </a:xfrm>
                    <a:custGeom>
                      <a:rect b="b" l="l" r="r" t="t"/>
                      <a:pathLst>
                        <a:path extrusionOk="0" h="621982" w="224814">
                          <a:moveTo>
                            <a:pt x="123907" y="325755"/>
                          </a:moveTo>
                          <a:lnTo>
                            <a:pt x="82" y="349568"/>
                          </a:lnTo>
                          <a:cubicBezTo>
                            <a:pt x="-1823" y="469582"/>
                            <a:pt x="29609" y="573405"/>
                            <a:pt x="79140" y="621982"/>
                          </a:cubicBezTo>
                          <a:cubicBezTo>
                            <a:pt x="146767" y="594360"/>
                            <a:pt x="205822" y="481965"/>
                            <a:pt x="221062" y="336232"/>
                          </a:cubicBezTo>
                          <a:cubicBezTo>
                            <a:pt x="236302" y="190500"/>
                            <a:pt x="203917" y="57150"/>
                            <a:pt x="145815" y="0"/>
                          </a:cubicBezTo>
                          <a:cubicBezTo>
                            <a:pt x="85807" y="24765"/>
                            <a:pt x="33420" y="114300"/>
                            <a:pt x="11512" y="235268"/>
                          </a:cubicBezTo>
                          <a:cubicBezTo>
                            <a:pt x="58184" y="273368"/>
                            <a:pt x="123907" y="325755"/>
                            <a:pt x="123907" y="325755"/>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87" name="Google Shape;487;p1"/>
                  <p:cNvSpPr/>
                  <p:nvPr/>
                </p:nvSpPr>
                <p:spPr>
                  <a:xfrm>
                    <a:off x="6015990" y="2091675"/>
                    <a:ext cx="167640" cy="131459"/>
                  </a:xfrm>
                  <a:custGeom>
                    <a:rect b="b" l="l" r="r" t="t"/>
                    <a:pathLst>
                      <a:path extrusionOk="0" h="131459" w="167640">
                        <a:moveTo>
                          <a:pt x="167640" y="131460"/>
                        </a:moveTo>
                        <a:cubicBezTo>
                          <a:pt x="141922" y="44782"/>
                          <a:pt x="87630" y="-938"/>
                          <a:pt x="0" y="15"/>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88" name="Google Shape;488;p1"/>
                  <p:cNvSpPr/>
                  <p:nvPr/>
                </p:nvSpPr>
                <p:spPr>
                  <a:xfrm>
                    <a:off x="5447347" y="2105656"/>
                    <a:ext cx="187642" cy="104143"/>
                  </a:xfrm>
                  <a:custGeom>
                    <a:rect b="b" l="l" r="r" t="t"/>
                    <a:pathLst>
                      <a:path extrusionOk="0" h="104143" w="187642">
                        <a:moveTo>
                          <a:pt x="187643" y="2226"/>
                        </a:moveTo>
                        <a:cubicBezTo>
                          <a:pt x="97155" y="-9204"/>
                          <a:pt x="34290" y="23181"/>
                          <a:pt x="0" y="104143"/>
                        </a:cubicBezTo>
                      </a:path>
                    </a:pathLst>
                  </a:custGeom>
                  <a:no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sp>
              <p:nvSpPr>
                <p:cNvPr id="489" name="Google Shape;489;p1"/>
                <p:cNvSpPr/>
                <p:nvPr/>
              </p:nvSpPr>
              <p:spPr>
                <a:xfrm>
                  <a:off x="6165523" y="2817477"/>
                  <a:ext cx="336250" cy="179104"/>
                </a:xfrm>
                <a:custGeom>
                  <a:rect b="b" l="l" r="r" t="t"/>
                  <a:pathLst>
                    <a:path extrusionOk="0" h="179104" w="336250">
                      <a:moveTo>
                        <a:pt x="9" y="91457"/>
                      </a:moveTo>
                      <a:cubicBezTo>
                        <a:pt x="-943" y="140987"/>
                        <a:pt x="73352" y="180040"/>
                        <a:pt x="165744" y="179087"/>
                      </a:cubicBezTo>
                      <a:cubicBezTo>
                        <a:pt x="258137" y="178135"/>
                        <a:pt x="334337" y="137177"/>
                        <a:pt x="336242" y="87647"/>
                      </a:cubicBezTo>
                      <a:cubicBezTo>
                        <a:pt x="337194" y="38117"/>
                        <a:pt x="262899" y="-935"/>
                        <a:pt x="170507" y="17"/>
                      </a:cubicBezTo>
                      <a:cubicBezTo>
                        <a:pt x="77162" y="1922"/>
                        <a:pt x="962" y="42880"/>
                        <a:pt x="9" y="91457"/>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90" name="Google Shape;490;p1"/>
                <p:cNvSpPr/>
                <p:nvPr/>
              </p:nvSpPr>
              <p:spPr>
                <a:xfrm>
                  <a:off x="5269229" y="2818430"/>
                  <a:ext cx="181936" cy="179087"/>
                </a:xfrm>
                <a:custGeom>
                  <a:rect b="b" l="l" r="r" t="t"/>
                  <a:pathLst>
                    <a:path extrusionOk="0" h="179087" w="181936">
                      <a:moveTo>
                        <a:pt x="181928" y="87647"/>
                      </a:moveTo>
                      <a:cubicBezTo>
                        <a:pt x="180975" y="137177"/>
                        <a:pt x="104775" y="178135"/>
                        <a:pt x="11430" y="179087"/>
                      </a:cubicBezTo>
                      <a:cubicBezTo>
                        <a:pt x="7620" y="179087"/>
                        <a:pt x="3810" y="179087"/>
                        <a:pt x="0" y="179087"/>
                      </a:cubicBezTo>
                      <a:lnTo>
                        <a:pt x="0" y="970"/>
                      </a:lnTo>
                      <a:cubicBezTo>
                        <a:pt x="4763" y="970"/>
                        <a:pt x="10478" y="17"/>
                        <a:pt x="16192" y="17"/>
                      </a:cubicBezTo>
                      <a:cubicBezTo>
                        <a:pt x="108585" y="-935"/>
                        <a:pt x="182880" y="38117"/>
                        <a:pt x="181928" y="87647"/>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491" name="Google Shape;491;p1"/>
              <p:cNvGrpSpPr/>
              <p:nvPr/>
            </p:nvGrpSpPr>
            <p:grpSpPr>
              <a:xfrm>
                <a:off x="5446768" y="2928154"/>
                <a:ext cx="664674" cy="384367"/>
                <a:chOff x="5446768" y="2928154"/>
                <a:chExt cx="664674" cy="384367"/>
              </a:xfrm>
            </p:grpSpPr>
            <p:sp>
              <p:nvSpPr>
                <p:cNvPr id="492" name="Google Shape;492;p1"/>
                <p:cNvSpPr/>
                <p:nvPr/>
              </p:nvSpPr>
              <p:spPr>
                <a:xfrm>
                  <a:off x="5446768" y="2928154"/>
                  <a:ext cx="664674" cy="384367"/>
                </a:xfrm>
                <a:custGeom>
                  <a:rect b="b" l="l" r="r" t="t"/>
                  <a:pathLst>
                    <a:path extrusionOk="0" h="384367" w="664674">
                      <a:moveTo>
                        <a:pt x="656852" y="209381"/>
                      </a:moveTo>
                      <a:cubicBezTo>
                        <a:pt x="648279" y="240813"/>
                        <a:pt x="627324" y="269388"/>
                        <a:pt x="596844" y="295106"/>
                      </a:cubicBezTo>
                      <a:cubicBezTo>
                        <a:pt x="573032" y="315109"/>
                        <a:pt x="544457" y="333206"/>
                        <a:pt x="511119" y="347493"/>
                      </a:cubicBezTo>
                      <a:cubicBezTo>
                        <a:pt x="509214" y="348446"/>
                        <a:pt x="506357" y="349399"/>
                        <a:pt x="503499" y="350351"/>
                      </a:cubicBezTo>
                      <a:cubicBezTo>
                        <a:pt x="439682" y="377021"/>
                        <a:pt x="362529" y="390356"/>
                        <a:pt x="286329" y="381784"/>
                      </a:cubicBezTo>
                      <a:cubicBezTo>
                        <a:pt x="283472" y="381784"/>
                        <a:pt x="281567" y="380831"/>
                        <a:pt x="278709" y="380831"/>
                      </a:cubicBezTo>
                      <a:cubicBezTo>
                        <a:pt x="238704" y="375116"/>
                        <a:pt x="199652" y="363686"/>
                        <a:pt x="162504" y="345588"/>
                      </a:cubicBezTo>
                      <a:cubicBezTo>
                        <a:pt x="146312" y="337968"/>
                        <a:pt x="131072" y="328443"/>
                        <a:pt x="115832" y="317013"/>
                      </a:cubicBezTo>
                      <a:cubicBezTo>
                        <a:pt x="78684" y="289391"/>
                        <a:pt x="44394" y="252243"/>
                        <a:pt x="17724" y="203666"/>
                      </a:cubicBezTo>
                      <a:cubicBezTo>
                        <a:pt x="1532" y="175091"/>
                        <a:pt x="-5136" y="137943"/>
                        <a:pt x="4389" y="102701"/>
                      </a:cubicBezTo>
                      <a:cubicBezTo>
                        <a:pt x="24392" y="33168"/>
                        <a:pt x="100592" y="-3026"/>
                        <a:pt x="173934" y="21738"/>
                      </a:cubicBezTo>
                      <a:cubicBezTo>
                        <a:pt x="180602" y="24596"/>
                        <a:pt x="186317" y="26501"/>
                        <a:pt x="192984" y="28406"/>
                      </a:cubicBezTo>
                      <a:cubicBezTo>
                        <a:pt x="194889" y="29358"/>
                        <a:pt x="195842" y="29358"/>
                        <a:pt x="197747" y="30311"/>
                      </a:cubicBezTo>
                      <a:cubicBezTo>
                        <a:pt x="273947" y="54124"/>
                        <a:pt x="350147" y="50313"/>
                        <a:pt x="426347" y="28406"/>
                      </a:cubicBezTo>
                      <a:cubicBezTo>
                        <a:pt x="427299" y="28406"/>
                        <a:pt x="429204" y="27454"/>
                        <a:pt x="430157" y="27454"/>
                      </a:cubicBezTo>
                      <a:cubicBezTo>
                        <a:pt x="447302" y="22691"/>
                        <a:pt x="464447" y="16976"/>
                        <a:pt x="481592" y="10308"/>
                      </a:cubicBezTo>
                      <a:cubicBezTo>
                        <a:pt x="509214" y="-1121"/>
                        <a:pt x="538742" y="-3979"/>
                        <a:pt x="567317" y="6499"/>
                      </a:cubicBezTo>
                      <a:cubicBezTo>
                        <a:pt x="606369" y="19833"/>
                        <a:pt x="635897" y="51266"/>
                        <a:pt x="652089" y="91271"/>
                      </a:cubicBezTo>
                      <a:cubicBezTo>
                        <a:pt x="666377" y="125561"/>
                        <a:pt x="669235" y="168424"/>
                        <a:pt x="656852" y="209381"/>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93" name="Google Shape;493;p1"/>
                <p:cNvSpPr/>
                <p:nvPr/>
              </p:nvSpPr>
              <p:spPr>
                <a:xfrm>
                  <a:off x="5609272" y="2991802"/>
                  <a:ext cx="502170" cy="320718"/>
                </a:xfrm>
                <a:custGeom>
                  <a:rect b="b" l="l" r="r" t="t"/>
                  <a:pathLst>
                    <a:path extrusionOk="0" h="320718" w="502170">
                      <a:moveTo>
                        <a:pt x="494348" y="145732"/>
                      </a:moveTo>
                      <a:cubicBezTo>
                        <a:pt x="485775" y="177165"/>
                        <a:pt x="464820" y="205740"/>
                        <a:pt x="434340" y="231457"/>
                      </a:cubicBezTo>
                      <a:cubicBezTo>
                        <a:pt x="410528" y="251460"/>
                        <a:pt x="381953" y="269557"/>
                        <a:pt x="348615" y="283845"/>
                      </a:cubicBezTo>
                      <a:cubicBezTo>
                        <a:pt x="346710" y="284797"/>
                        <a:pt x="343853" y="285750"/>
                        <a:pt x="340995" y="286702"/>
                      </a:cubicBezTo>
                      <a:cubicBezTo>
                        <a:pt x="277178" y="313372"/>
                        <a:pt x="200025" y="326707"/>
                        <a:pt x="123825" y="318135"/>
                      </a:cubicBezTo>
                      <a:cubicBezTo>
                        <a:pt x="120968" y="318135"/>
                        <a:pt x="119063" y="317182"/>
                        <a:pt x="116205" y="317182"/>
                      </a:cubicBezTo>
                      <a:cubicBezTo>
                        <a:pt x="76200" y="311467"/>
                        <a:pt x="37148" y="300038"/>
                        <a:pt x="0" y="281940"/>
                      </a:cubicBezTo>
                      <a:cubicBezTo>
                        <a:pt x="8573" y="124777"/>
                        <a:pt x="160020" y="0"/>
                        <a:pt x="344805" y="0"/>
                      </a:cubicBezTo>
                      <a:cubicBezTo>
                        <a:pt x="396240" y="0"/>
                        <a:pt x="445770" y="9525"/>
                        <a:pt x="489585" y="27622"/>
                      </a:cubicBezTo>
                      <a:cubicBezTo>
                        <a:pt x="503873" y="61913"/>
                        <a:pt x="506730" y="104775"/>
                        <a:pt x="494348" y="145732"/>
                      </a:cubicBezTo>
                      <a:close/>
                    </a:path>
                  </a:pathLst>
                </a:custGeom>
                <a:solidFill>
                  <a:schemeClr val="accent2"/>
                </a:solidFill>
                <a:ln cap="rnd" cmpd="sng" w="9525">
                  <a:solidFill>
                    <a:schemeClr val="dk1"/>
                  </a:solidFill>
                  <a:prstDash val="solid"/>
                  <a:round/>
                  <a:headEnd len="sm" w="sm" type="none"/>
                  <a:tailEnd len="sm" w="sm" type="none"/>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grpSp>
          <p:nvGrpSpPr>
            <p:cNvPr id="494" name="Google Shape;494;p1"/>
            <p:cNvGrpSpPr/>
            <p:nvPr/>
          </p:nvGrpSpPr>
          <p:grpSpPr>
            <a:xfrm>
              <a:off x="4599622" y="1219972"/>
              <a:ext cx="3907155" cy="2843212"/>
              <a:chOff x="4142422" y="1999297"/>
              <a:chExt cx="3907155" cy="2843212"/>
            </a:xfrm>
          </p:grpSpPr>
          <p:grpSp>
            <p:nvGrpSpPr>
              <p:cNvPr id="495" name="Google Shape;495;p1"/>
              <p:cNvGrpSpPr/>
              <p:nvPr/>
            </p:nvGrpSpPr>
            <p:grpSpPr>
              <a:xfrm>
                <a:off x="7644765" y="2165032"/>
                <a:ext cx="404812" cy="831533"/>
                <a:chOff x="7644765" y="2165032"/>
                <a:chExt cx="404812" cy="831533"/>
              </a:xfrm>
            </p:grpSpPr>
            <p:sp>
              <p:nvSpPr>
                <p:cNvPr id="496" name="Google Shape;496;p1"/>
                <p:cNvSpPr/>
                <p:nvPr/>
              </p:nvSpPr>
              <p:spPr>
                <a:xfrm>
                  <a:off x="7644765" y="2825115"/>
                  <a:ext cx="171450" cy="171450"/>
                </a:xfrm>
                <a:custGeom>
                  <a:rect b="b" l="l" r="r" t="t"/>
                  <a:pathLst>
                    <a:path extrusionOk="0" h="171450" w="171450">
                      <a:moveTo>
                        <a:pt x="24765" y="85725"/>
                      </a:moveTo>
                      <a:lnTo>
                        <a:pt x="0" y="171450"/>
                      </a:lnTo>
                      <a:lnTo>
                        <a:pt x="85725" y="146685"/>
                      </a:lnTo>
                      <a:lnTo>
                        <a:pt x="171450" y="171450"/>
                      </a:lnTo>
                      <a:lnTo>
                        <a:pt x="146685" y="85725"/>
                      </a:lnTo>
                      <a:lnTo>
                        <a:pt x="171450" y="0"/>
                      </a:lnTo>
                      <a:lnTo>
                        <a:pt x="85725" y="24765"/>
                      </a:lnTo>
                      <a:lnTo>
                        <a:pt x="0"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97" name="Google Shape;497;p1"/>
                <p:cNvSpPr/>
                <p:nvPr/>
              </p:nvSpPr>
              <p:spPr>
                <a:xfrm>
                  <a:off x="7800975" y="2354579"/>
                  <a:ext cx="248602" cy="249554"/>
                </a:xfrm>
                <a:custGeom>
                  <a:rect b="b" l="l" r="r" t="t"/>
                  <a:pathLst>
                    <a:path extrusionOk="0" h="249554" w="248602">
                      <a:moveTo>
                        <a:pt x="80010" y="80963"/>
                      </a:moveTo>
                      <a:lnTo>
                        <a:pt x="0" y="124778"/>
                      </a:lnTo>
                      <a:lnTo>
                        <a:pt x="80010" y="168592"/>
                      </a:lnTo>
                      <a:lnTo>
                        <a:pt x="123825" y="249555"/>
                      </a:lnTo>
                      <a:lnTo>
                        <a:pt x="168593" y="168592"/>
                      </a:lnTo>
                      <a:lnTo>
                        <a:pt x="248603" y="124778"/>
                      </a:lnTo>
                      <a:lnTo>
                        <a:pt x="168593" y="80963"/>
                      </a:lnTo>
                      <a:lnTo>
                        <a:pt x="123825"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498" name="Google Shape;498;p1"/>
                <p:cNvSpPr/>
                <p:nvPr/>
              </p:nvSpPr>
              <p:spPr>
                <a:xfrm>
                  <a:off x="7716202" y="2165032"/>
                  <a:ext cx="113347" cy="113347"/>
                </a:xfrm>
                <a:custGeom>
                  <a:rect b="b" l="l" r="r" t="t"/>
                  <a:pathLst>
                    <a:path extrusionOk="0" h="113347" w="113347">
                      <a:moveTo>
                        <a:pt x="36195" y="37147"/>
                      </a:moveTo>
                      <a:lnTo>
                        <a:pt x="0" y="56197"/>
                      </a:lnTo>
                      <a:lnTo>
                        <a:pt x="36195" y="76200"/>
                      </a:lnTo>
                      <a:lnTo>
                        <a:pt x="56197" y="113347"/>
                      </a:lnTo>
                      <a:lnTo>
                        <a:pt x="76200" y="76200"/>
                      </a:lnTo>
                      <a:lnTo>
                        <a:pt x="113347" y="56197"/>
                      </a:lnTo>
                      <a:lnTo>
                        <a:pt x="76200" y="37147"/>
                      </a:lnTo>
                      <a:lnTo>
                        <a:pt x="56197"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499" name="Google Shape;499;p1"/>
              <p:cNvGrpSpPr/>
              <p:nvPr/>
            </p:nvGrpSpPr>
            <p:grpSpPr>
              <a:xfrm>
                <a:off x="4142422" y="1999297"/>
                <a:ext cx="430529" cy="505777"/>
                <a:chOff x="4142422" y="1999297"/>
                <a:chExt cx="430529" cy="505777"/>
              </a:xfrm>
            </p:grpSpPr>
            <p:sp>
              <p:nvSpPr>
                <p:cNvPr id="500" name="Google Shape;500;p1"/>
                <p:cNvSpPr/>
                <p:nvPr/>
              </p:nvSpPr>
              <p:spPr>
                <a:xfrm>
                  <a:off x="4205287" y="2358390"/>
                  <a:ext cx="146685" cy="146684"/>
                </a:xfrm>
                <a:custGeom>
                  <a:rect b="b" l="l" r="r" t="t"/>
                  <a:pathLst>
                    <a:path extrusionOk="0" h="146684" w="146685">
                      <a:moveTo>
                        <a:pt x="20955" y="73342"/>
                      </a:moveTo>
                      <a:lnTo>
                        <a:pt x="0" y="146685"/>
                      </a:lnTo>
                      <a:lnTo>
                        <a:pt x="73343" y="124777"/>
                      </a:lnTo>
                      <a:lnTo>
                        <a:pt x="146685" y="146685"/>
                      </a:lnTo>
                      <a:lnTo>
                        <a:pt x="124777" y="73342"/>
                      </a:lnTo>
                      <a:lnTo>
                        <a:pt x="146685" y="0"/>
                      </a:lnTo>
                      <a:lnTo>
                        <a:pt x="73343" y="20955"/>
                      </a:lnTo>
                      <a:lnTo>
                        <a:pt x="0"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501" name="Google Shape;501;p1"/>
                <p:cNvSpPr/>
                <p:nvPr/>
              </p:nvSpPr>
              <p:spPr>
                <a:xfrm>
                  <a:off x="4142422" y="1999297"/>
                  <a:ext cx="248602" cy="249554"/>
                </a:xfrm>
                <a:custGeom>
                  <a:rect b="b" l="l" r="r" t="t"/>
                  <a:pathLst>
                    <a:path extrusionOk="0" h="249554" w="248602">
                      <a:moveTo>
                        <a:pt x="80010" y="80963"/>
                      </a:moveTo>
                      <a:lnTo>
                        <a:pt x="0" y="124777"/>
                      </a:lnTo>
                      <a:lnTo>
                        <a:pt x="80010" y="168592"/>
                      </a:lnTo>
                      <a:lnTo>
                        <a:pt x="124777" y="249555"/>
                      </a:lnTo>
                      <a:lnTo>
                        <a:pt x="168592" y="168592"/>
                      </a:lnTo>
                      <a:lnTo>
                        <a:pt x="248602" y="124777"/>
                      </a:lnTo>
                      <a:lnTo>
                        <a:pt x="168592" y="80963"/>
                      </a:lnTo>
                      <a:lnTo>
                        <a:pt x="124777"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502" name="Google Shape;502;p1"/>
                <p:cNvSpPr/>
                <p:nvPr/>
              </p:nvSpPr>
              <p:spPr>
                <a:xfrm>
                  <a:off x="4460557" y="2011679"/>
                  <a:ext cx="112394" cy="112395"/>
                </a:xfrm>
                <a:custGeom>
                  <a:rect b="b" l="l" r="r" t="t"/>
                  <a:pathLst>
                    <a:path extrusionOk="0" h="112395" w="112394">
                      <a:moveTo>
                        <a:pt x="36195" y="36195"/>
                      </a:moveTo>
                      <a:lnTo>
                        <a:pt x="0" y="56198"/>
                      </a:lnTo>
                      <a:lnTo>
                        <a:pt x="36195" y="76200"/>
                      </a:lnTo>
                      <a:lnTo>
                        <a:pt x="56197" y="112395"/>
                      </a:lnTo>
                      <a:lnTo>
                        <a:pt x="76200" y="76200"/>
                      </a:lnTo>
                      <a:lnTo>
                        <a:pt x="112395" y="56198"/>
                      </a:lnTo>
                      <a:lnTo>
                        <a:pt x="76200" y="36195"/>
                      </a:lnTo>
                      <a:lnTo>
                        <a:pt x="56197"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503" name="Google Shape;503;p1"/>
              <p:cNvGrpSpPr/>
              <p:nvPr/>
            </p:nvGrpSpPr>
            <p:grpSpPr>
              <a:xfrm>
                <a:off x="6734175" y="4513897"/>
                <a:ext cx="310514" cy="328612"/>
                <a:chOff x="6734175" y="4513897"/>
                <a:chExt cx="310514" cy="328612"/>
              </a:xfrm>
            </p:grpSpPr>
            <p:sp>
              <p:nvSpPr>
                <p:cNvPr id="504" name="Google Shape;504;p1"/>
                <p:cNvSpPr/>
                <p:nvPr/>
              </p:nvSpPr>
              <p:spPr>
                <a:xfrm>
                  <a:off x="6734175" y="4513897"/>
                  <a:ext cx="248602" cy="249555"/>
                </a:xfrm>
                <a:custGeom>
                  <a:rect b="b" l="l" r="r" t="t"/>
                  <a:pathLst>
                    <a:path extrusionOk="0" h="249555" w="248602">
                      <a:moveTo>
                        <a:pt x="80963" y="80963"/>
                      </a:moveTo>
                      <a:lnTo>
                        <a:pt x="0" y="124778"/>
                      </a:lnTo>
                      <a:lnTo>
                        <a:pt x="80963" y="168593"/>
                      </a:lnTo>
                      <a:lnTo>
                        <a:pt x="124778" y="249555"/>
                      </a:lnTo>
                      <a:lnTo>
                        <a:pt x="168593" y="168593"/>
                      </a:lnTo>
                      <a:lnTo>
                        <a:pt x="248603" y="124778"/>
                      </a:lnTo>
                      <a:lnTo>
                        <a:pt x="168593" y="80963"/>
                      </a:lnTo>
                      <a:lnTo>
                        <a:pt x="124778"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505" name="Google Shape;505;p1"/>
                <p:cNvSpPr/>
                <p:nvPr/>
              </p:nvSpPr>
              <p:spPr>
                <a:xfrm>
                  <a:off x="6931342" y="4730115"/>
                  <a:ext cx="113347" cy="112394"/>
                </a:xfrm>
                <a:custGeom>
                  <a:rect b="b" l="l" r="r" t="t"/>
                  <a:pathLst>
                    <a:path extrusionOk="0" h="112394" w="113347">
                      <a:moveTo>
                        <a:pt x="37147" y="36195"/>
                      </a:moveTo>
                      <a:lnTo>
                        <a:pt x="0" y="56197"/>
                      </a:lnTo>
                      <a:lnTo>
                        <a:pt x="37147" y="76200"/>
                      </a:lnTo>
                      <a:lnTo>
                        <a:pt x="57150" y="112395"/>
                      </a:lnTo>
                      <a:lnTo>
                        <a:pt x="77152" y="76200"/>
                      </a:lnTo>
                      <a:lnTo>
                        <a:pt x="113347" y="56197"/>
                      </a:lnTo>
                      <a:lnTo>
                        <a:pt x="77152" y="36195"/>
                      </a:lnTo>
                      <a:lnTo>
                        <a:pt x="57150"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nvGrpSpPr>
              <p:cNvPr id="506" name="Google Shape;506;p1"/>
              <p:cNvGrpSpPr/>
              <p:nvPr/>
            </p:nvGrpSpPr>
            <p:grpSpPr>
              <a:xfrm>
                <a:off x="4756785" y="3482340"/>
                <a:ext cx="376237" cy="573404"/>
                <a:chOff x="4756785" y="3482340"/>
                <a:chExt cx="376237" cy="573404"/>
              </a:xfrm>
            </p:grpSpPr>
            <p:sp>
              <p:nvSpPr>
                <p:cNvPr id="507" name="Google Shape;507;p1"/>
                <p:cNvSpPr/>
                <p:nvPr/>
              </p:nvSpPr>
              <p:spPr>
                <a:xfrm>
                  <a:off x="4756785" y="3856672"/>
                  <a:ext cx="198119" cy="199072"/>
                </a:xfrm>
                <a:custGeom>
                  <a:rect b="b" l="l" r="r" t="t"/>
                  <a:pathLst>
                    <a:path extrusionOk="0" h="199072" w="198119">
                      <a:moveTo>
                        <a:pt x="28575" y="100013"/>
                      </a:moveTo>
                      <a:lnTo>
                        <a:pt x="0" y="199072"/>
                      </a:lnTo>
                      <a:lnTo>
                        <a:pt x="99060" y="169545"/>
                      </a:lnTo>
                      <a:lnTo>
                        <a:pt x="198120" y="199072"/>
                      </a:lnTo>
                      <a:lnTo>
                        <a:pt x="169545" y="100013"/>
                      </a:lnTo>
                      <a:lnTo>
                        <a:pt x="198120" y="0"/>
                      </a:lnTo>
                      <a:lnTo>
                        <a:pt x="99060" y="29528"/>
                      </a:lnTo>
                      <a:lnTo>
                        <a:pt x="0"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508" name="Google Shape;508;p1"/>
                <p:cNvSpPr/>
                <p:nvPr/>
              </p:nvSpPr>
              <p:spPr>
                <a:xfrm>
                  <a:off x="4887277" y="3482340"/>
                  <a:ext cx="176212" cy="176212"/>
                </a:xfrm>
                <a:custGeom>
                  <a:rect b="b" l="l" r="r" t="t"/>
                  <a:pathLst>
                    <a:path extrusionOk="0" h="176212" w="176212">
                      <a:moveTo>
                        <a:pt x="57150" y="57150"/>
                      </a:moveTo>
                      <a:lnTo>
                        <a:pt x="0" y="87630"/>
                      </a:lnTo>
                      <a:lnTo>
                        <a:pt x="57150" y="119063"/>
                      </a:lnTo>
                      <a:lnTo>
                        <a:pt x="88582" y="176213"/>
                      </a:lnTo>
                      <a:lnTo>
                        <a:pt x="120015" y="119063"/>
                      </a:lnTo>
                      <a:lnTo>
                        <a:pt x="176213" y="87630"/>
                      </a:lnTo>
                      <a:lnTo>
                        <a:pt x="120015" y="57150"/>
                      </a:lnTo>
                      <a:lnTo>
                        <a:pt x="88582"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sp>
              <p:nvSpPr>
                <p:cNvPr id="509" name="Google Shape;509;p1"/>
                <p:cNvSpPr/>
                <p:nvPr/>
              </p:nvSpPr>
              <p:spPr>
                <a:xfrm>
                  <a:off x="5019675" y="3737609"/>
                  <a:ext cx="113347" cy="113347"/>
                </a:xfrm>
                <a:custGeom>
                  <a:rect b="b" l="l" r="r" t="t"/>
                  <a:pathLst>
                    <a:path extrusionOk="0" h="113347" w="113347">
                      <a:moveTo>
                        <a:pt x="37147" y="37147"/>
                      </a:moveTo>
                      <a:lnTo>
                        <a:pt x="0" y="57150"/>
                      </a:lnTo>
                      <a:lnTo>
                        <a:pt x="37147" y="77153"/>
                      </a:lnTo>
                      <a:lnTo>
                        <a:pt x="56197" y="113347"/>
                      </a:lnTo>
                      <a:lnTo>
                        <a:pt x="76200" y="77153"/>
                      </a:lnTo>
                      <a:lnTo>
                        <a:pt x="113347" y="57150"/>
                      </a:lnTo>
                      <a:lnTo>
                        <a:pt x="76200" y="37147"/>
                      </a:lnTo>
                      <a:lnTo>
                        <a:pt x="56197" y="0"/>
                      </a:lnTo>
                      <a:close/>
                    </a:path>
                  </a:pathLst>
                </a:custGeom>
                <a:solidFill>
                  <a:schemeClr val="dk2"/>
                </a:solidFill>
                <a:ln>
                  <a:noFill/>
                </a:ln>
              </p:spPr>
              <p:txBody>
                <a:bodyPr anchorCtr="0" anchor="ctr" bIns="43425" lIns="86875" spcFirstLastPara="1" rIns="86875" wrap="square" tIns="43425">
                  <a:noAutofit/>
                </a:bodyPr>
                <a:lstStyle/>
                <a:p>
                  <a:pPr indent="0" lvl="0" marL="0" marR="0" rtl="0" algn="l">
                    <a:lnSpc>
                      <a:spcPct val="100000"/>
                    </a:lnSpc>
                    <a:spcBef>
                      <a:spcPts val="0"/>
                    </a:spcBef>
                    <a:spcAft>
                      <a:spcPts val="0"/>
                    </a:spcAft>
                    <a:buClr>
                      <a:srgbClr val="000000"/>
                    </a:buClr>
                    <a:buSzPts val="1710"/>
                    <a:buFont typeface="Arial"/>
                    <a:buNone/>
                  </a:pPr>
                  <a:r>
                    <a:t/>
                  </a:r>
                  <a:endParaRPr b="0" i="0" sz="1710" u="none" cap="none" strike="noStrike">
                    <a:solidFill>
                      <a:srgbClr val="000000"/>
                    </a:solidFill>
                    <a:latin typeface="Calibri"/>
                    <a:ea typeface="Calibri"/>
                    <a:cs typeface="Calibri"/>
                    <a:sym typeface="Calibri"/>
                  </a:endParaRPr>
                </a:p>
              </p:txBody>
            </p:sp>
          </p:grpSp>
        </p:grpSp>
      </p:grpSp>
      <p:grpSp>
        <p:nvGrpSpPr>
          <p:cNvPr id="510" name="Google Shape;510;p1"/>
          <p:cNvGrpSpPr/>
          <p:nvPr/>
        </p:nvGrpSpPr>
        <p:grpSpPr>
          <a:xfrm>
            <a:off x="333655" y="334109"/>
            <a:ext cx="879691" cy="1117051"/>
            <a:chOff x="713225" y="216499"/>
            <a:chExt cx="960152" cy="1219222"/>
          </a:xfrm>
        </p:grpSpPr>
        <p:grpSp>
          <p:nvGrpSpPr>
            <p:cNvPr id="511" name="Google Shape;511;p1"/>
            <p:cNvGrpSpPr/>
            <p:nvPr/>
          </p:nvGrpSpPr>
          <p:grpSpPr>
            <a:xfrm>
              <a:off x="713225" y="603500"/>
              <a:ext cx="960152" cy="832221"/>
              <a:chOff x="916100" y="365175"/>
              <a:chExt cx="960152" cy="832221"/>
            </a:xfrm>
          </p:grpSpPr>
          <p:sp>
            <p:nvSpPr>
              <p:cNvPr id="512" name="Google Shape;512;p1"/>
              <p:cNvSpPr/>
              <p:nvPr/>
            </p:nvSpPr>
            <p:spPr>
              <a:xfrm>
                <a:off x="916100" y="365175"/>
                <a:ext cx="709200" cy="7092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sp>
            <p:nvSpPr>
              <p:cNvPr id="513" name="Google Shape;513;p1"/>
              <p:cNvSpPr/>
              <p:nvPr/>
            </p:nvSpPr>
            <p:spPr>
              <a:xfrm>
                <a:off x="1422352" y="743496"/>
                <a:ext cx="453900" cy="4539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514" name="Google Shape;514;p1"/>
              <p:cNvGrpSpPr/>
              <p:nvPr/>
            </p:nvGrpSpPr>
            <p:grpSpPr>
              <a:xfrm>
                <a:off x="976367" y="467794"/>
                <a:ext cx="253090" cy="275739"/>
                <a:chOff x="976372" y="467765"/>
                <a:chExt cx="287668" cy="313411"/>
              </a:xfrm>
            </p:grpSpPr>
            <p:sp>
              <p:nvSpPr>
                <p:cNvPr id="515" name="Google Shape;515;p1"/>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6" name="Google Shape;516;p1"/>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17" name="Google Shape;517;p1"/>
              <p:cNvGrpSpPr/>
              <p:nvPr/>
            </p:nvGrpSpPr>
            <p:grpSpPr>
              <a:xfrm rot="1390016">
                <a:off x="1504979" y="771939"/>
                <a:ext cx="177758" cy="218879"/>
                <a:chOff x="976372" y="467765"/>
                <a:chExt cx="287668" cy="313411"/>
              </a:xfrm>
            </p:grpSpPr>
            <p:sp>
              <p:nvSpPr>
                <p:cNvPr id="518" name="Google Shape;518;p1"/>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9" name="Google Shape;519;p1"/>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20" name="Google Shape;520;p1"/>
            <p:cNvGrpSpPr/>
            <p:nvPr/>
          </p:nvGrpSpPr>
          <p:grpSpPr>
            <a:xfrm>
              <a:off x="1287525" y="216499"/>
              <a:ext cx="310800" cy="310800"/>
              <a:chOff x="1287525" y="216499"/>
              <a:chExt cx="310800" cy="310800"/>
            </a:xfrm>
          </p:grpSpPr>
          <p:sp>
            <p:nvSpPr>
              <p:cNvPr id="521" name="Google Shape;521;p1"/>
              <p:cNvSpPr/>
              <p:nvPr/>
            </p:nvSpPr>
            <p:spPr>
              <a:xfrm>
                <a:off x="1287525" y="216499"/>
                <a:ext cx="310800" cy="310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522" name="Google Shape;522;p1"/>
              <p:cNvGrpSpPr/>
              <p:nvPr/>
            </p:nvGrpSpPr>
            <p:grpSpPr>
              <a:xfrm rot="1389996">
                <a:off x="1344170" y="235996"/>
                <a:ext cx="121749" cy="149895"/>
                <a:chOff x="976372" y="467765"/>
                <a:chExt cx="287668" cy="313411"/>
              </a:xfrm>
            </p:grpSpPr>
            <p:sp>
              <p:nvSpPr>
                <p:cNvPr id="523" name="Google Shape;523;p1"/>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4" name="Google Shape;524;p1"/>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525" name="Google Shape;525;p1"/>
          <p:cNvSpPr txBox="1"/>
          <p:nvPr>
            <p:ph idx="1" type="subTitle"/>
          </p:nvPr>
        </p:nvSpPr>
        <p:spPr>
          <a:xfrm>
            <a:off x="173450" y="4336489"/>
            <a:ext cx="4644600" cy="80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 sz="1700"/>
              <a:t>Group 8:</a:t>
            </a:r>
            <a:endParaRPr sz="1700"/>
          </a:p>
          <a:p>
            <a:pPr indent="0" lvl="0" marL="0" rtl="0" algn="l">
              <a:lnSpc>
                <a:spcPct val="100000"/>
              </a:lnSpc>
              <a:spcBef>
                <a:spcPts val="0"/>
              </a:spcBef>
              <a:spcAft>
                <a:spcPts val="0"/>
              </a:spcAft>
              <a:buSzPts val="1400"/>
              <a:buNone/>
            </a:pPr>
            <a:r>
              <a:rPr lang="en" sz="1700"/>
              <a:t>Meredith, Rafay, Julia, Jessie</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2"/>
          <p:cNvSpPr txBox="1"/>
          <p:nvPr>
            <p:ph type="title"/>
          </p:nvPr>
        </p:nvSpPr>
        <p:spPr>
          <a:xfrm>
            <a:off x="426475" y="54850"/>
            <a:ext cx="6502200" cy="945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500"/>
              <a:buNone/>
            </a:pPr>
            <a:r>
              <a:rPr lang="en" sz="5000">
                <a:solidFill>
                  <a:srgbClr val="4E48AB"/>
                </a:solidFill>
                <a:latin typeface="Crete Round"/>
                <a:ea typeface="Crete Round"/>
                <a:cs typeface="Crete Round"/>
                <a:sym typeface="Crete Round"/>
              </a:rPr>
              <a:t>Introduction</a:t>
            </a:r>
            <a:endParaRPr sz="5000">
              <a:solidFill>
                <a:srgbClr val="4E48AB"/>
              </a:solidFill>
              <a:latin typeface="Crete Round"/>
              <a:ea typeface="Crete Round"/>
              <a:cs typeface="Crete Round"/>
              <a:sym typeface="Crete Round"/>
            </a:endParaRPr>
          </a:p>
        </p:txBody>
      </p:sp>
      <p:sp>
        <p:nvSpPr>
          <p:cNvPr id="531" name="Google Shape;531;p2"/>
          <p:cNvSpPr txBox="1"/>
          <p:nvPr>
            <p:ph idx="1" type="subTitle"/>
          </p:nvPr>
        </p:nvSpPr>
        <p:spPr>
          <a:xfrm>
            <a:off x="2733725" y="1000750"/>
            <a:ext cx="5983800" cy="399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sz="1400"/>
              <a:t>Dataset Selection</a:t>
            </a:r>
            <a:endParaRPr b="1" sz="1400"/>
          </a:p>
          <a:p>
            <a:pPr indent="-317500" lvl="0" marL="457200" rtl="0" algn="l">
              <a:lnSpc>
                <a:spcPct val="100000"/>
              </a:lnSpc>
              <a:spcBef>
                <a:spcPts val="0"/>
              </a:spcBef>
              <a:spcAft>
                <a:spcPts val="0"/>
              </a:spcAft>
              <a:buSzPts val="1400"/>
              <a:buChar char="●"/>
            </a:pPr>
            <a:r>
              <a:rPr lang="en" sz="1400"/>
              <a:t>Kaggle dataset: Synthetic Beverage Sales Data. </a:t>
            </a:r>
            <a:endParaRPr sz="1400"/>
          </a:p>
          <a:p>
            <a:pPr indent="-317500" lvl="0" marL="457200" rtl="0" algn="l">
              <a:lnSpc>
                <a:spcPct val="100000"/>
              </a:lnSpc>
              <a:spcBef>
                <a:spcPts val="0"/>
              </a:spcBef>
              <a:spcAft>
                <a:spcPts val="0"/>
              </a:spcAft>
              <a:buSzPts val="1400"/>
              <a:buChar char="●"/>
            </a:pPr>
            <a:r>
              <a:rPr lang="en" sz="1400">
                <a:solidFill>
                  <a:srgbClr val="000000"/>
                </a:solidFill>
              </a:rPr>
              <a:t>Transaction style records including Customer, Product, Category, Region, Quantity, Unit Price, Discount, and Order Date.</a:t>
            </a:r>
            <a:endParaRPr sz="1400">
              <a:solidFill>
                <a:srgbClr val="000000"/>
              </a:solidFill>
            </a:endParaRPr>
          </a:p>
          <a:p>
            <a:pPr indent="-317500" lvl="0" marL="457200" rtl="0" algn="l">
              <a:lnSpc>
                <a:spcPct val="100000"/>
              </a:lnSpc>
              <a:spcBef>
                <a:spcPts val="0"/>
              </a:spcBef>
              <a:spcAft>
                <a:spcPts val="0"/>
              </a:spcAft>
              <a:buClr>
                <a:srgbClr val="000000"/>
              </a:buClr>
              <a:buSzPts val="1400"/>
              <a:buChar char="●"/>
            </a:pPr>
            <a:r>
              <a:rPr lang="en" sz="1400">
                <a:solidFill>
                  <a:srgbClr val="000000"/>
                </a:solidFill>
              </a:rPr>
              <a:t>8.9 Million records from 2021-2023. </a:t>
            </a:r>
            <a:endParaRPr sz="1400">
              <a:solidFill>
                <a:srgbClr val="000000"/>
              </a:solidFill>
            </a:endParaRPr>
          </a:p>
          <a:p>
            <a:pPr indent="0" lvl="0" marL="457200" rtl="0" algn="l">
              <a:lnSpc>
                <a:spcPct val="100000"/>
              </a:lnSpc>
              <a:spcBef>
                <a:spcPts val="0"/>
              </a:spcBef>
              <a:spcAft>
                <a:spcPts val="0"/>
              </a:spcAft>
              <a:buSzPts val="1400"/>
              <a:buNone/>
            </a:pPr>
            <a:r>
              <a:t/>
            </a:r>
            <a:endParaRPr sz="1400">
              <a:solidFill>
                <a:srgbClr val="000000"/>
              </a:solidFill>
            </a:endParaRPr>
          </a:p>
          <a:p>
            <a:pPr indent="0" lvl="0" marL="0" rtl="0" algn="l">
              <a:lnSpc>
                <a:spcPct val="100000"/>
              </a:lnSpc>
              <a:spcBef>
                <a:spcPts val="0"/>
              </a:spcBef>
              <a:spcAft>
                <a:spcPts val="0"/>
              </a:spcAft>
              <a:buSzPts val="1400"/>
              <a:buNone/>
            </a:pPr>
            <a:r>
              <a:rPr b="1" lang="en" sz="1400"/>
              <a:t>Data Wrangling</a:t>
            </a:r>
            <a:endParaRPr b="1" sz="1400"/>
          </a:p>
          <a:p>
            <a:pPr indent="-317500" lvl="0" marL="457200" rtl="0" algn="l">
              <a:lnSpc>
                <a:spcPct val="100000"/>
              </a:lnSpc>
              <a:spcBef>
                <a:spcPts val="0"/>
              </a:spcBef>
              <a:spcAft>
                <a:spcPts val="0"/>
              </a:spcAft>
              <a:buSzPts val="1400"/>
              <a:buChar char="●"/>
            </a:pPr>
            <a:r>
              <a:rPr lang="en" sz="1400"/>
              <a:t>Filtered to just include 2023 records (approximately 2.9 million) for analysis.</a:t>
            </a:r>
            <a:endParaRPr sz="1400"/>
          </a:p>
          <a:p>
            <a:pPr indent="-317500" lvl="0" marL="457200" rtl="0" algn="l">
              <a:lnSpc>
                <a:spcPct val="100000"/>
              </a:lnSpc>
              <a:spcBef>
                <a:spcPts val="0"/>
              </a:spcBef>
              <a:spcAft>
                <a:spcPts val="0"/>
              </a:spcAft>
              <a:buSzPts val="1400"/>
              <a:buChar char="●"/>
            </a:pPr>
            <a:r>
              <a:rPr lang="en" sz="1400"/>
              <a:t>Cleaned column names and standardized data types.</a:t>
            </a:r>
            <a:endParaRPr sz="1400"/>
          </a:p>
          <a:p>
            <a:pPr indent="-317500" lvl="0" marL="457200" rtl="0" algn="l">
              <a:lnSpc>
                <a:spcPct val="100000"/>
              </a:lnSpc>
              <a:spcBef>
                <a:spcPts val="0"/>
              </a:spcBef>
              <a:spcAft>
                <a:spcPts val="0"/>
              </a:spcAft>
              <a:buSzPts val="1400"/>
              <a:buChar char="●"/>
            </a:pPr>
            <a:r>
              <a:rPr lang="en" sz="1400"/>
              <a:t>Removed invalid or null records.</a:t>
            </a:r>
            <a:endParaRPr sz="1400"/>
          </a:p>
          <a:p>
            <a:pPr indent="-317500" lvl="0" marL="457200" rtl="0" algn="l">
              <a:lnSpc>
                <a:spcPct val="100000"/>
              </a:lnSpc>
              <a:spcBef>
                <a:spcPts val="0"/>
              </a:spcBef>
              <a:spcAft>
                <a:spcPts val="0"/>
              </a:spcAft>
              <a:buSzPts val="1400"/>
              <a:buChar char="●"/>
            </a:pPr>
            <a:r>
              <a:rPr lang="en" sz="1400"/>
              <a:t>Expanded time components (Month, Year, Weekday/Weekend) to support trend analysis</a:t>
            </a:r>
            <a:endParaRPr sz="1400"/>
          </a:p>
          <a:p>
            <a:pPr indent="-317500" lvl="0" marL="457200" rtl="0" algn="l">
              <a:lnSpc>
                <a:spcPct val="100000"/>
              </a:lnSpc>
              <a:spcBef>
                <a:spcPts val="0"/>
              </a:spcBef>
              <a:spcAft>
                <a:spcPts val="0"/>
              </a:spcAft>
              <a:buSzPts val="1400"/>
              <a:buChar char="●"/>
            </a:pPr>
            <a:r>
              <a:rPr lang="en" sz="1400"/>
              <a:t>Prepared the dataset for SQL querying and dimensional modeling.</a:t>
            </a:r>
            <a:endParaRPr sz="1400"/>
          </a:p>
          <a:p>
            <a:pPr indent="0" lvl="0" marL="0" rtl="0" algn="l">
              <a:lnSpc>
                <a:spcPct val="100000"/>
              </a:lnSpc>
              <a:spcBef>
                <a:spcPts val="0"/>
              </a:spcBef>
              <a:spcAft>
                <a:spcPts val="0"/>
              </a:spcAft>
              <a:buSzPts val="1400"/>
              <a:buNone/>
            </a:pPr>
            <a:r>
              <a:t/>
            </a:r>
            <a:endParaRPr b="1" sz="1500">
              <a:solidFill>
                <a:srgbClr val="000000"/>
              </a:solidFill>
            </a:endParaRPr>
          </a:p>
          <a:p>
            <a:pPr indent="0" lvl="0" marL="0" rtl="0" algn="l">
              <a:lnSpc>
                <a:spcPct val="100000"/>
              </a:lnSpc>
              <a:spcBef>
                <a:spcPts val="0"/>
              </a:spcBef>
              <a:spcAft>
                <a:spcPts val="0"/>
              </a:spcAft>
              <a:buSzPts val="1400"/>
              <a:buNone/>
            </a:pPr>
            <a:r>
              <a:rPr b="1" lang="en" sz="1400">
                <a:solidFill>
                  <a:srgbClr val="000000"/>
                </a:solidFill>
              </a:rPr>
              <a:t>Goal: </a:t>
            </a:r>
            <a:r>
              <a:rPr lang="en" sz="1400">
                <a:solidFill>
                  <a:srgbClr val="000000"/>
                </a:solidFill>
              </a:rPr>
              <a:t>Understand demand, pricing behavior, discount strategy, and customer patterns to uncover actionable insights.</a:t>
            </a:r>
            <a:endParaRPr sz="1400">
              <a:solidFill>
                <a:srgbClr val="000000"/>
              </a:solidFill>
            </a:endParaRPr>
          </a:p>
          <a:p>
            <a:pPr indent="0" lvl="0" marL="0" rtl="0" algn="l">
              <a:lnSpc>
                <a:spcPct val="100000"/>
              </a:lnSpc>
              <a:spcBef>
                <a:spcPts val="0"/>
              </a:spcBef>
              <a:spcAft>
                <a:spcPts val="0"/>
              </a:spcAft>
              <a:buSzPts val="1400"/>
              <a:buNone/>
            </a:pPr>
            <a:r>
              <a:t/>
            </a:r>
            <a:endParaRPr sz="1500"/>
          </a:p>
          <a:p>
            <a:pPr indent="0" lvl="0" marL="0" rtl="0" algn="l">
              <a:lnSpc>
                <a:spcPct val="100000"/>
              </a:lnSpc>
              <a:spcBef>
                <a:spcPts val="0"/>
              </a:spcBef>
              <a:spcAft>
                <a:spcPts val="0"/>
              </a:spcAft>
              <a:buSzPts val="1400"/>
              <a:buNone/>
            </a:pPr>
            <a:r>
              <a:t/>
            </a:r>
            <a:endParaRPr sz="1500"/>
          </a:p>
          <a:p>
            <a:pPr indent="0" lvl="0" marL="0" rtl="0" algn="l">
              <a:lnSpc>
                <a:spcPct val="100000"/>
              </a:lnSpc>
              <a:spcBef>
                <a:spcPts val="0"/>
              </a:spcBef>
              <a:spcAft>
                <a:spcPts val="0"/>
              </a:spcAft>
              <a:buSzPts val="1400"/>
              <a:buNone/>
            </a:pPr>
            <a:r>
              <a:t/>
            </a:r>
            <a:endParaRPr sz="1500">
              <a:solidFill>
                <a:srgbClr val="000000"/>
              </a:solidFill>
            </a:endParaRPr>
          </a:p>
          <a:p>
            <a:pPr indent="0" lvl="0" marL="0" rtl="0" algn="l">
              <a:lnSpc>
                <a:spcPct val="100000"/>
              </a:lnSpc>
              <a:spcBef>
                <a:spcPts val="0"/>
              </a:spcBef>
              <a:spcAft>
                <a:spcPts val="0"/>
              </a:spcAft>
              <a:buSzPts val="1400"/>
              <a:buNone/>
            </a:pPr>
            <a:r>
              <a:t/>
            </a:r>
            <a:endParaRPr sz="1500"/>
          </a:p>
        </p:txBody>
      </p:sp>
      <p:grpSp>
        <p:nvGrpSpPr>
          <p:cNvPr id="532" name="Google Shape;532;p2"/>
          <p:cNvGrpSpPr/>
          <p:nvPr/>
        </p:nvGrpSpPr>
        <p:grpSpPr>
          <a:xfrm flipH="1">
            <a:off x="122559" y="2101443"/>
            <a:ext cx="2562414" cy="2894677"/>
            <a:chOff x="4209097" y="1228967"/>
            <a:chExt cx="3773805" cy="4263148"/>
          </a:xfrm>
        </p:grpSpPr>
        <p:sp>
          <p:nvSpPr>
            <p:cNvPr id="533" name="Google Shape;533;p2"/>
            <p:cNvSpPr/>
            <p:nvPr/>
          </p:nvSpPr>
          <p:spPr>
            <a:xfrm>
              <a:off x="4461470" y="1894084"/>
              <a:ext cx="3333992" cy="3111220"/>
            </a:xfrm>
            <a:custGeom>
              <a:rect b="b" l="l" r="r" t="t"/>
              <a:pathLst>
                <a:path extrusionOk="0" h="3111220" w="3333992">
                  <a:moveTo>
                    <a:pt x="37187" y="1392994"/>
                  </a:moveTo>
                  <a:cubicBezTo>
                    <a:pt x="65762" y="1297744"/>
                    <a:pt x="111482" y="1207256"/>
                    <a:pt x="181015" y="1136771"/>
                  </a:cubicBezTo>
                  <a:cubicBezTo>
                    <a:pt x="346750" y="969131"/>
                    <a:pt x="607735" y="949128"/>
                    <a:pt x="843002" y="954844"/>
                  </a:cubicBezTo>
                  <a:cubicBezTo>
                    <a:pt x="1078270" y="960558"/>
                    <a:pt x="1329730" y="977703"/>
                    <a:pt x="1532612" y="857688"/>
                  </a:cubicBezTo>
                  <a:cubicBezTo>
                    <a:pt x="1714540" y="750056"/>
                    <a:pt x="1820267" y="553841"/>
                    <a:pt x="1936472" y="377628"/>
                  </a:cubicBezTo>
                  <a:cubicBezTo>
                    <a:pt x="2053630" y="201416"/>
                    <a:pt x="2210792" y="25203"/>
                    <a:pt x="2421295" y="2343"/>
                  </a:cubicBezTo>
                  <a:cubicBezTo>
                    <a:pt x="2564170" y="-12897"/>
                    <a:pt x="2706092" y="48063"/>
                    <a:pt x="2823250" y="130931"/>
                  </a:cubicBezTo>
                  <a:cubicBezTo>
                    <a:pt x="3096617" y="324288"/>
                    <a:pt x="3272830" y="646233"/>
                    <a:pt x="3289022" y="980561"/>
                  </a:cubicBezTo>
                  <a:cubicBezTo>
                    <a:pt x="3294737" y="1094861"/>
                    <a:pt x="3282355" y="1209161"/>
                    <a:pt x="3258542" y="1321556"/>
                  </a:cubicBezTo>
                  <a:cubicBezTo>
                    <a:pt x="3253780" y="1344416"/>
                    <a:pt x="3248065" y="1367276"/>
                    <a:pt x="3242350" y="1390136"/>
                  </a:cubicBezTo>
                  <a:cubicBezTo>
                    <a:pt x="3194725" y="1569206"/>
                    <a:pt x="3205202" y="1757801"/>
                    <a:pt x="3274735" y="1930203"/>
                  </a:cubicBezTo>
                  <a:cubicBezTo>
                    <a:pt x="3274735" y="1931156"/>
                    <a:pt x="3275687" y="1932109"/>
                    <a:pt x="3275687" y="1933061"/>
                  </a:cubicBezTo>
                  <a:cubicBezTo>
                    <a:pt x="3361412" y="2146421"/>
                    <a:pt x="3351887" y="2395976"/>
                    <a:pt x="3251875" y="2603621"/>
                  </a:cubicBezTo>
                  <a:cubicBezTo>
                    <a:pt x="3151862" y="2811266"/>
                    <a:pt x="2961362" y="2972238"/>
                    <a:pt x="2740382" y="3038913"/>
                  </a:cubicBezTo>
                  <a:cubicBezTo>
                    <a:pt x="2607985" y="3078919"/>
                    <a:pt x="2467967" y="3083681"/>
                    <a:pt x="2330807" y="3065584"/>
                  </a:cubicBezTo>
                  <a:cubicBezTo>
                    <a:pt x="2235557" y="3053201"/>
                    <a:pt x="2138402" y="3060821"/>
                    <a:pt x="2045057" y="3082729"/>
                  </a:cubicBezTo>
                  <a:cubicBezTo>
                    <a:pt x="1995527" y="3094159"/>
                    <a:pt x="1945997" y="3102731"/>
                    <a:pt x="1895515" y="3107494"/>
                  </a:cubicBezTo>
                  <a:cubicBezTo>
                    <a:pt x="1731685" y="3121781"/>
                    <a:pt x="1566902" y="3093206"/>
                    <a:pt x="1407835" y="3052248"/>
                  </a:cubicBezTo>
                  <a:cubicBezTo>
                    <a:pt x="1059220" y="2962713"/>
                    <a:pt x="722035" y="2809361"/>
                    <a:pt x="454382" y="2570284"/>
                  </a:cubicBezTo>
                  <a:cubicBezTo>
                    <a:pt x="290552" y="2423598"/>
                    <a:pt x="153392" y="2244529"/>
                    <a:pt x="73382" y="2040694"/>
                  </a:cubicBezTo>
                  <a:cubicBezTo>
                    <a:pt x="-5675" y="1834001"/>
                    <a:pt x="-25678" y="1603496"/>
                    <a:pt x="37187" y="1392994"/>
                  </a:cubicBezTo>
                  <a:close/>
                </a:path>
              </a:pathLst>
            </a:custGeom>
            <a:solidFill>
              <a:srgbClr val="EAE0A3">
                <a:alpha val="52156"/>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34" name="Google Shape;534;p2"/>
            <p:cNvSpPr/>
            <p:nvPr/>
          </p:nvSpPr>
          <p:spPr>
            <a:xfrm>
              <a:off x="4888230" y="5223510"/>
              <a:ext cx="2764154" cy="268605"/>
            </a:xfrm>
            <a:custGeom>
              <a:rect b="b" l="l" r="r" t="t"/>
              <a:pathLst>
                <a:path extrusionOk="0" h="268605" w="2764154">
                  <a:moveTo>
                    <a:pt x="2764155" y="134303"/>
                  </a:moveTo>
                  <a:cubicBezTo>
                    <a:pt x="2764155" y="208476"/>
                    <a:pt x="2145378" y="268605"/>
                    <a:pt x="1382077" y="268605"/>
                  </a:cubicBezTo>
                  <a:cubicBezTo>
                    <a:pt x="618777" y="268605"/>
                    <a:pt x="0" y="208476"/>
                    <a:pt x="0" y="134303"/>
                  </a:cubicBezTo>
                  <a:cubicBezTo>
                    <a:pt x="0" y="60129"/>
                    <a:pt x="618777" y="0"/>
                    <a:pt x="1382077" y="0"/>
                  </a:cubicBezTo>
                  <a:cubicBezTo>
                    <a:pt x="2145378" y="0"/>
                    <a:pt x="2764155" y="60129"/>
                    <a:pt x="2764155" y="134303"/>
                  </a:cubicBezTo>
                  <a:close/>
                </a:path>
              </a:pathLst>
            </a:custGeom>
            <a:solidFill>
              <a:schemeClr val="lt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535" name="Google Shape;535;p2"/>
            <p:cNvGrpSpPr/>
            <p:nvPr/>
          </p:nvGrpSpPr>
          <p:grpSpPr>
            <a:xfrm>
              <a:off x="4457138" y="1228967"/>
              <a:ext cx="3343867" cy="4173562"/>
              <a:chOff x="4457138" y="1228967"/>
              <a:chExt cx="3343867" cy="4173562"/>
            </a:xfrm>
          </p:grpSpPr>
          <p:grpSp>
            <p:nvGrpSpPr>
              <p:cNvPr id="536" name="Google Shape;536;p2"/>
              <p:cNvGrpSpPr/>
              <p:nvPr/>
            </p:nvGrpSpPr>
            <p:grpSpPr>
              <a:xfrm>
                <a:off x="5374049" y="4248150"/>
                <a:ext cx="1113653" cy="1072684"/>
                <a:chOff x="5374049" y="4248150"/>
                <a:chExt cx="1113653" cy="1072684"/>
              </a:xfrm>
            </p:grpSpPr>
            <p:sp>
              <p:nvSpPr>
                <p:cNvPr id="537" name="Google Shape;537;p2"/>
                <p:cNvSpPr/>
                <p:nvPr/>
              </p:nvSpPr>
              <p:spPr>
                <a:xfrm>
                  <a:off x="5374049" y="4784501"/>
                  <a:ext cx="1113179" cy="536333"/>
                </a:xfrm>
                <a:custGeom>
                  <a:rect b="b" l="l" r="r" t="t"/>
                  <a:pathLst>
                    <a:path extrusionOk="0" h="536333" w="1113179">
                      <a:moveTo>
                        <a:pt x="953408" y="505684"/>
                      </a:moveTo>
                      <a:cubicBezTo>
                        <a:pt x="944836" y="507589"/>
                        <a:pt x="937216" y="508542"/>
                        <a:pt x="928644" y="510446"/>
                      </a:cubicBezTo>
                      <a:cubicBezTo>
                        <a:pt x="720998" y="545689"/>
                        <a:pt x="365716" y="570454"/>
                        <a:pt x="97111" y="406624"/>
                      </a:cubicBezTo>
                      <a:cubicBezTo>
                        <a:pt x="-8617" y="341854"/>
                        <a:pt x="-32429" y="198027"/>
                        <a:pt x="47581" y="103729"/>
                      </a:cubicBezTo>
                      <a:cubicBezTo>
                        <a:pt x="188551" y="-62006"/>
                        <a:pt x="407626" y="-12476"/>
                        <a:pt x="626701" y="135161"/>
                      </a:cubicBezTo>
                      <a:lnTo>
                        <a:pt x="628606" y="135161"/>
                      </a:lnTo>
                      <a:cubicBezTo>
                        <a:pt x="669563" y="133256"/>
                        <a:pt x="704806" y="113254"/>
                        <a:pt x="727666" y="84679"/>
                      </a:cubicBezTo>
                      <a:cubicBezTo>
                        <a:pt x="754336" y="106586"/>
                        <a:pt x="792436" y="120874"/>
                        <a:pt x="836251" y="121827"/>
                      </a:cubicBezTo>
                      <a:cubicBezTo>
                        <a:pt x="885781" y="122779"/>
                        <a:pt x="930548" y="106586"/>
                        <a:pt x="957219" y="79917"/>
                      </a:cubicBezTo>
                      <a:cubicBezTo>
                        <a:pt x="982936" y="96109"/>
                        <a:pt x="1006748" y="115159"/>
                        <a:pt x="1028656" y="137067"/>
                      </a:cubicBezTo>
                      <a:cubicBezTo>
                        <a:pt x="1048658" y="158021"/>
                        <a:pt x="1065804" y="180881"/>
                        <a:pt x="1080091" y="205646"/>
                      </a:cubicBezTo>
                      <a:cubicBezTo>
                        <a:pt x="1086758" y="217077"/>
                        <a:pt x="1092473" y="228506"/>
                        <a:pt x="1097236" y="239936"/>
                      </a:cubicBezTo>
                      <a:cubicBezTo>
                        <a:pt x="1098188" y="240889"/>
                        <a:pt x="1098188" y="241842"/>
                        <a:pt x="1099141" y="242794"/>
                      </a:cubicBezTo>
                      <a:cubicBezTo>
                        <a:pt x="1144861" y="355189"/>
                        <a:pt x="1074376" y="483777"/>
                        <a:pt x="953408" y="505684"/>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38" name="Google Shape;538;p2"/>
                <p:cNvSpPr/>
                <p:nvPr/>
              </p:nvSpPr>
              <p:spPr>
                <a:xfrm>
                  <a:off x="5444368" y="4816397"/>
                  <a:ext cx="245048" cy="248736"/>
                </a:xfrm>
                <a:custGeom>
                  <a:rect b="b" l="l" r="r" t="t"/>
                  <a:pathLst>
                    <a:path extrusionOk="0" h="248736" w="245048">
                      <a:moveTo>
                        <a:pt x="220149" y="13730"/>
                      </a:moveTo>
                      <a:cubicBezTo>
                        <a:pt x="216339" y="10873"/>
                        <a:pt x="212529" y="8968"/>
                        <a:pt x="208719" y="7063"/>
                      </a:cubicBezTo>
                      <a:cubicBezTo>
                        <a:pt x="184907" y="-3415"/>
                        <a:pt x="157284" y="-1510"/>
                        <a:pt x="133472" y="8015"/>
                      </a:cubicBezTo>
                      <a:cubicBezTo>
                        <a:pt x="81084" y="28018"/>
                        <a:pt x="33459" y="74690"/>
                        <a:pt x="10599" y="126125"/>
                      </a:cubicBezTo>
                      <a:cubicBezTo>
                        <a:pt x="-2736" y="155653"/>
                        <a:pt x="-4641" y="190895"/>
                        <a:pt x="11552" y="218518"/>
                      </a:cubicBezTo>
                      <a:cubicBezTo>
                        <a:pt x="28697" y="245188"/>
                        <a:pt x="68702" y="258523"/>
                        <a:pt x="94419" y="240425"/>
                      </a:cubicBezTo>
                      <a:cubicBezTo>
                        <a:pt x="119184" y="222328"/>
                        <a:pt x="122994" y="186133"/>
                        <a:pt x="142044" y="162320"/>
                      </a:cubicBezTo>
                      <a:cubicBezTo>
                        <a:pt x="156332" y="143270"/>
                        <a:pt x="179192" y="133745"/>
                        <a:pt x="199194" y="121363"/>
                      </a:cubicBezTo>
                      <a:cubicBezTo>
                        <a:pt x="219197" y="108980"/>
                        <a:pt x="240152" y="92788"/>
                        <a:pt x="243962" y="68975"/>
                      </a:cubicBezTo>
                      <a:cubicBezTo>
                        <a:pt x="248724" y="47068"/>
                        <a:pt x="237294" y="26113"/>
                        <a:pt x="220149" y="13730"/>
                      </a:cubicBezTo>
                      <a:close/>
                    </a:path>
                  </a:pathLst>
                </a:custGeom>
                <a:solidFill>
                  <a:srgbClr val="FFFFFF">
                    <a:alpha val="44705"/>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39" name="Google Shape;539;p2"/>
                <p:cNvSpPr/>
                <p:nvPr/>
              </p:nvSpPr>
              <p:spPr>
                <a:xfrm>
                  <a:off x="6251257" y="4920615"/>
                  <a:ext cx="236445" cy="374332"/>
                </a:xfrm>
                <a:custGeom>
                  <a:rect b="b" l="l" r="r" t="t"/>
                  <a:pathLst>
                    <a:path extrusionOk="0" h="374332" w="236445">
                      <a:moveTo>
                        <a:pt x="76200" y="369570"/>
                      </a:moveTo>
                      <a:cubicBezTo>
                        <a:pt x="67628" y="371475"/>
                        <a:pt x="60008" y="372428"/>
                        <a:pt x="51435" y="374332"/>
                      </a:cubicBezTo>
                      <a:cubicBezTo>
                        <a:pt x="19050" y="332422"/>
                        <a:pt x="0" y="281940"/>
                        <a:pt x="0" y="226695"/>
                      </a:cubicBezTo>
                      <a:cubicBezTo>
                        <a:pt x="0" y="126682"/>
                        <a:pt x="61913" y="40957"/>
                        <a:pt x="152400" y="0"/>
                      </a:cubicBezTo>
                      <a:cubicBezTo>
                        <a:pt x="172403" y="20955"/>
                        <a:pt x="189548" y="43815"/>
                        <a:pt x="203835" y="68580"/>
                      </a:cubicBezTo>
                      <a:cubicBezTo>
                        <a:pt x="210503" y="80010"/>
                        <a:pt x="216218" y="91440"/>
                        <a:pt x="220980" y="102870"/>
                      </a:cubicBezTo>
                      <a:cubicBezTo>
                        <a:pt x="221933" y="103822"/>
                        <a:pt x="221933" y="104775"/>
                        <a:pt x="222885" y="105728"/>
                      </a:cubicBezTo>
                      <a:cubicBezTo>
                        <a:pt x="267653" y="219075"/>
                        <a:pt x="197168" y="347663"/>
                        <a:pt x="76200" y="369570"/>
                      </a:cubicBezTo>
                      <a:close/>
                    </a:path>
                  </a:pathLst>
                </a:custGeom>
                <a:solidFill>
                  <a:schemeClr val="dk1"/>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0" name="Google Shape;540;p2"/>
                <p:cNvSpPr/>
                <p:nvPr/>
              </p:nvSpPr>
              <p:spPr>
                <a:xfrm>
                  <a:off x="6101715" y="4248150"/>
                  <a:ext cx="246697" cy="657264"/>
                </a:xfrm>
                <a:custGeom>
                  <a:rect b="b" l="l" r="r" t="t"/>
                  <a:pathLst>
                    <a:path extrusionOk="0" h="657264" w="246697">
                      <a:moveTo>
                        <a:pt x="198120" y="591503"/>
                      </a:moveTo>
                      <a:cubicBezTo>
                        <a:pt x="196215" y="565785"/>
                        <a:pt x="194310" y="539115"/>
                        <a:pt x="193357" y="514350"/>
                      </a:cubicBezTo>
                      <a:cubicBezTo>
                        <a:pt x="185738" y="310515"/>
                        <a:pt x="213360" y="133350"/>
                        <a:pt x="246697" y="0"/>
                      </a:cubicBezTo>
                      <a:lnTo>
                        <a:pt x="47625" y="0"/>
                      </a:lnTo>
                      <a:cubicBezTo>
                        <a:pt x="13335" y="203835"/>
                        <a:pt x="18097" y="387668"/>
                        <a:pt x="28575" y="511493"/>
                      </a:cubicBezTo>
                      <a:cubicBezTo>
                        <a:pt x="28575" y="514350"/>
                        <a:pt x="29527" y="517207"/>
                        <a:pt x="29527" y="520065"/>
                      </a:cubicBezTo>
                      <a:cubicBezTo>
                        <a:pt x="33338" y="557213"/>
                        <a:pt x="21907" y="592455"/>
                        <a:pt x="0" y="620078"/>
                      </a:cubicBezTo>
                      <a:cubicBezTo>
                        <a:pt x="26670" y="641985"/>
                        <a:pt x="64770" y="656272"/>
                        <a:pt x="108585" y="657225"/>
                      </a:cubicBezTo>
                      <a:cubicBezTo>
                        <a:pt x="158115" y="658178"/>
                        <a:pt x="202882" y="641985"/>
                        <a:pt x="229553" y="615315"/>
                      </a:cubicBezTo>
                      <a:cubicBezTo>
                        <a:pt x="228600" y="614363"/>
                        <a:pt x="227647" y="614363"/>
                        <a:pt x="226695" y="613410"/>
                      </a:cubicBezTo>
                      <a:cubicBezTo>
                        <a:pt x="212407" y="602932"/>
                        <a:pt x="198120" y="594360"/>
                        <a:pt x="198120" y="591503"/>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1" name="Google Shape;541;p2"/>
                <p:cNvSpPr/>
                <p:nvPr/>
              </p:nvSpPr>
              <p:spPr>
                <a:xfrm>
                  <a:off x="6126479" y="4248150"/>
                  <a:ext cx="222885" cy="222884"/>
                </a:xfrm>
                <a:custGeom>
                  <a:rect b="b" l="l" r="r" t="t"/>
                  <a:pathLst>
                    <a:path extrusionOk="0" h="222884" w="222885">
                      <a:moveTo>
                        <a:pt x="51435" y="216218"/>
                      </a:moveTo>
                      <a:cubicBezTo>
                        <a:pt x="94298" y="220028"/>
                        <a:pt x="138113" y="222885"/>
                        <a:pt x="181927" y="222885"/>
                      </a:cubicBezTo>
                      <a:cubicBezTo>
                        <a:pt x="192405" y="140018"/>
                        <a:pt x="206692" y="64770"/>
                        <a:pt x="222885" y="0"/>
                      </a:cubicBezTo>
                      <a:lnTo>
                        <a:pt x="23813" y="0"/>
                      </a:lnTo>
                      <a:cubicBezTo>
                        <a:pt x="11430" y="73343"/>
                        <a:pt x="3810" y="143828"/>
                        <a:pt x="0" y="210503"/>
                      </a:cubicBezTo>
                      <a:cubicBezTo>
                        <a:pt x="17145" y="212407"/>
                        <a:pt x="34290" y="214313"/>
                        <a:pt x="51435" y="216218"/>
                      </a:cubicBezTo>
                      <a:close/>
                    </a:path>
                  </a:pathLst>
                </a:custGeom>
                <a:solidFill>
                  <a:schemeClr val="dk1"/>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2" name="Google Shape;542;p2"/>
                <p:cNvSpPr/>
                <p:nvPr/>
              </p:nvSpPr>
              <p:spPr>
                <a:xfrm>
                  <a:off x="6003607" y="4877752"/>
                  <a:ext cx="118520" cy="208597"/>
                </a:xfrm>
                <a:custGeom>
                  <a:rect b="b" l="l" r="r" t="t"/>
                  <a:pathLst>
                    <a:path extrusionOk="0" h="208597" w="118520">
                      <a:moveTo>
                        <a:pt x="118110" y="129540"/>
                      </a:moveTo>
                      <a:cubicBezTo>
                        <a:pt x="116205" y="156210"/>
                        <a:pt x="114300" y="182880"/>
                        <a:pt x="109538" y="208597"/>
                      </a:cubicBezTo>
                      <a:cubicBezTo>
                        <a:pt x="92392" y="144780"/>
                        <a:pt x="44767" y="87630"/>
                        <a:pt x="0" y="40005"/>
                      </a:cubicBezTo>
                      <a:cubicBezTo>
                        <a:pt x="24765" y="34290"/>
                        <a:pt x="72390" y="17145"/>
                        <a:pt x="89535" y="0"/>
                      </a:cubicBezTo>
                      <a:cubicBezTo>
                        <a:pt x="95250" y="10478"/>
                        <a:pt x="100013" y="20955"/>
                        <a:pt x="104775" y="32385"/>
                      </a:cubicBezTo>
                      <a:cubicBezTo>
                        <a:pt x="115252" y="63817"/>
                        <a:pt x="120015" y="96203"/>
                        <a:pt x="118110" y="129540"/>
                      </a:cubicBezTo>
                      <a:close/>
                    </a:path>
                  </a:pathLst>
                </a:custGeom>
                <a:solidFill>
                  <a:schemeClr val="dk1"/>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3" name="Google Shape;543;p2"/>
                <p:cNvSpPr/>
                <p:nvPr/>
              </p:nvSpPr>
              <p:spPr>
                <a:xfrm>
                  <a:off x="6000750" y="4918709"/>
                  <a:ext cx="116204" cy="217170"/>
                </a:xfrm>
                <a:custGeom>
                  <a:rect b="b" l="l" r="r" t="t"/>
                  <a:pathLst>
                    <a:path extrusionOk="0" h="217170" w="116204">
                      <a:moveTo>
                        <a:pt x="0" y="0"/>
                      </a:moveTo>
                      <a:cubicBezTo>
                        <a:pt x="0" y="0"/>
                        <a:pt x="93345" y="79058"/>
                        <a:pt x="116205" y="217170"/>
                      </a:cubicBezTo>
                    </a:path>
                  </a:pathLst>
                </a:custGeom>
                <a:solidFill>
                  <a:schemeClr val="accent4"/>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544" name="Google Shape;544;p2"/>
              <p:cNvGrpSpPr/>
              <p:nvPr/>
            </p:nvGrpSpPr>
            <p:grpSpPr>
              <a:xfrm>
                <a:off x="5728756" y="4247197"/>
                <a:ext cx="1355837" cy="1155332"/>
                <a:chOff x="5728756" y="4247197"/>
                <a:chExt cx="1355837" cy="1155332"/>
              </a:xfrm>
            </p:grpSpPr>
            <p:sp>
              <p:nvSpPr>
                <p:cNvPr id="545" name="Google Shape;545;p2"/>
                <p:cNvSpPr/>
                <p:nvPr/>
              </p:nvSpPr>
              <p:spPr>
                <a:xfrm>
                  <a:off x="6326104" y="4365099"/>
                  <a:ext cx="758489" cy="1037430"/>
                </a:xfrm>
                <a:custGeom>
                  <a:rect b="b" l="l" r="r" t="t"/>
                  <a:pathLst>
                    <a:path extrusionOk="0" h="1037430" w="758489">
                      <a:moveTo>
                        <a:pt x="637623" y="988903"/>
                      </a:moveTo>
                      <a:cubicBezTo>
                        <a:pt x="608095" y="1008905"/>
                        <a:pt x="573805" y="1020335"/>
                        <a:pt x="539515" y="1025098"/>
                      </a:cubicBezTo>
                      <a:cubicBezTo>
                        <a:pt x="457600" y="1037480"/>
                        <a:pt x="255670" y="1057483"/>
                        <a:pt x="118510" y="986045"/>
                      </a:cubicBezTo>
                      <a:cubicBezTo>
                        <a:pt x="-10077" y="918418"/>
                        <a:pt x="-40557" y="741253"/>
                        <a:pt x="59455" y="635525"/>
                      </a:cubicBezTo>
                      <a:cubicBezTo>
                        <a:pt x="94698" y="598378"/>
                        <a:pt x="147085" y="568850"/>
                        <a:pt x="223285" y="565993"/>
                      </a:cubicBezTo>
                      <a:lnTo>
                        <a:pt x="249955" y="345965"/>
                      </a:lnTo>
                      <a:cubicBezTo>
                        <a:pt x="276625" y="315485"/>
                        <a:pt x="297580" y="268813"/>
                        <a:pt x="305200" y="213568"/>
                      </a:cubicBezTo>
                      <a:cubicBezTo>
                        <a:pt x="310915" y="169753"/>
                        <a:pt x="308058" y="127843"/>
                        <a:pt x="296628" y="93553"/>
                      </a:cubicBezTo>
                      <a:cubicBezTo>
                        <a:pt x="362350" y="-16937"/>
                        <a:pt x="530943" y="-38845"/>
                        <a:pt x="617620" y="78313"/>
                      </a:cubicBezTo>
                      <a:cubicBezTo>
                        <a:pt x="619525" y="80218"/>
                        <a:pt x="621430" y="83075"/>
                        <a:pt x="622383" y="84980"/>
                      </a:cubicBezTo>
                      <a:cubicBezTo>
                        <a:pt x="652863" y="127843"/>
                        <a:pt x="673818" y="177373"/>
                        <a:pt x="687153" y="228808"/>
                      </a:cubicBezTo>
                      <a:cubicBezTo>
                        <a:pt x="808120" y="690770"/>
                        <a:pt x="764305" y="903178"/>
                        <a:pt x="637623" y="988903"/>
                      </a:cubicBezTo>
                      <a:close/>
                    </a:path>
                  </a:pathLst>
                </a:custGeom>
                <a:solidFill>
                  <a:schemeClr val="accent4"/>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6" name="Google Shape;546;p2"/>
                <p:cNvSpPr/>
                <p:nvPr/>
              </p:nvSpPr>
              <p:spPr>
                <a:xfrm>
                  <a:off x="6382580" y="4954509"/>
                  <a:ext cx="244743" cy="248736"/>
                </a:xfrm>
                <a:custGeom>
                  <a:rect b="b" l="l" r="r" t="t"/>
                  <a:pathLst>
                    <a:path extrusionOk="0" h="248736" w="244743">
                      <a:moveTo>
                        <a:pt x="220150" y="13730"/>
                      </a:moveTo>
                      <a:cubicBezTo>
                        <a:pt x="216339" y="10873"/>
                        <a:pt x="212529" y="8968"/>
                        <a:pt x="208719" y="7063"/>
                      </a:cubicBezTo>
                      <a:cubicBezTo>
                        <a:pt x="184907" y="-3415"/>
                        <a:pt x="157285" y="-1510"/>
                        <a:pt x="133472" y="8015"/>
                      </a:cubicBezTo>
                      <a:cubicBezTo>
                        <a:pt x="81085" y="28018"/>
                        <a:pt x="33460" y="74690"/>
                        <a:pt x="10600" y="126125"/>
                      </a:cubicBezTo>
                      <a:cubicBezTo>
                        <a:pt x="-2736" y="155653"/>
                        <a:pt x="-4640" y="190895"/>
                        <a:pt x="11552" y="218518"/>
                      </a:cubicBezTo>
                      <a:cubicBezTo>
                        <a:pt x="28697" y="245188"/>
                        <a:pt x="68702" y="258523"/>
                        <a:pt x="94419" y="240425"/>
                      </a:cubicBezTo>
                      <a:cubicBezTo>
                        <a:pt x="119185" y="222328"/>
                        <a:pt x="122994" y="186133"/>
                        <a:pt x="142044" y="162320"/>
                      </a:cubicBezTo>
                      <a:cubicBezTo>
                        <a:pt x="156332" y="143270"/>
                        <a:pt x="179192" y="133745"/>
                        <a:pt x="199194" y="121363"/>
                      </a:cubicBezTo>
                      <a:cubicBezTo>
                        <a:pt x="219197" y="108980"/>
                        <a:pt x="240152" y="92788"/>
                        <a:pt x="243962" y="68975"/>
                      </a:cubicBezTo>
                      <a:cubicBezTo>
                        <a:pt x="247772" y="48020"/>
                        <a:pt x="237294" y="26113"/>
                        <a:pt x="220150" y="13730"/>
                      </a:cubicBezTo>
                      <a:close/>
                    </a:path>
                  </a:pathLst>
                </a:custGeom>
                <a:solidFill>
                  <a:srgbClr val="FFFFFF">
                    <a:alpha val="44705"/>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7" name="Google Shape;547;p2"/>
                <p:cNvSpPr/>
                <p:nvPr/>
              </p:nvSpPr>
              <p:spPr>
                <a:xfrm>
                  <a:off x="5728756" y="4247197"/>
                  <a:ext cx="904912" cy="461962"/>
                </a:xfrm>
                <a:custGeom>
                  <a:rect b="b" l="l" r="r" t="t"/>
                  <a:pathLst>
                    <a:path extrusionOk="0" h="461962" w="904912">
                      <a:moveTo>
                        <a:pt x="893976" y="210503"/>
                      </a:moveTo>
                      <a:cubicBezTo>
                        <a:pt x="891118" y="214313"/>
                        <a:pt x="889213" y="219075"/>
                        <a:pt x="887308" y="222885"/>
                      </a:cubicBezTo>
                      <a:lnTo>
                        <a:pt x="773008" y="215265"/>
                      </a:lnTo>
                      <a:lnTo>
                        <a:pt x="210081" y="177165"/>
                      </a:lnTo>
                      <a:cubicBezTo>
                        <a:pt x="204366" y="131445"/>
                        <a:pt x="208176" y="67628"/>
                        <a:pt x="215796" y="0"/>
                      </a:cubicBezTo>
                      <a:lnTo>
                        <a:pt x="23391" y="0"/>
                      </a:lnTo>
                      <a:cubicBezTo>
                        <a:pt x="13866" y="82868"/>
                        <a:pt x="6246" y="159068"/>
                        <a:pt x="531" y="215265"/>
                      </a:cubicBezTo>
                      <a:cubicBezTo>
                        <a:pt x="-5184" y="280988"/>
                        <a:pt x="35773" y="342900"/>
                        <a:pt x="98638" y="361950"/>
                      </a:cubicBezTo>
                      <a:cubicBezTo>
                        <a:pt x="233893" y="402908"/>
                        <a:pt x="533931" y="421005"/>
                        <a:pt x="742528" y="428625"/>
                      </a:cubicBezTo>
                      <a:cubicBezTo>
                        <a:pt x="782533" y="430530"/>
                        <a:pt x="818728" y="431483"/>
                        <a:pt x="850161" y="432435"/>
                      </a:cubicBezTo>
                      <a:lnTo>
                        <a:pt x="846351" y="461963"/>
                      </a:lnTo>
                      <a:cubicBezTo>
                        <a:pt x="873021" y="431483"/>
                        <a:pt x="893976" y="384810"/>
                        <a:pt x="901596" y="329565"/>
                      </a:cubicBezTo>
                      <a:cubicBezTo>
                        <a:pt x="908263" y="286703"/>
                        <a:pt x="904453" y="244793"/>
                        <a:pt x="893976" y="210503"/>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8" name="Google Shape;548;p2"/>
                <p:cNvSpPr/>
                <p:nvPr/>
              </p:nvSpPr>
              <p:spPr>
                <a:xfrm>
                  <a:off x="5734050" y="4248150"/>
                  <a:ext cx="210502" cy="170497"/>
                </a:xfrm>
                <a:custGeom>
                  <a:rect b="b" l="l" r="r" t="t"/>
                  <a:pathLst>
                    <a:path extrusionOk="0" h="170497" w="210502">
                      <a:moveTo>
                        <a:pt x="31433" y="164782"/>
                      </a:moveTo>
                      <a:cubicBezTo>
                        <a:pt x="74295" y="159068"/>
                        <a:pt x="118110" y="157163"/>
                        <a:pt x="161925" y="155257"/>
                      </a:cubicBezTo>
                      <a:cubicBezTo>
                        <a:pt x="175260" y="154305"/>
                        <a:pt x="189547" y="154305"/>
                        <a:pt x="202883" y="154305"/>
                      </a:cubicBezTo>
                      <a:cubicBezTo>
                        <a:pt x="200025" y="111443"/>
                        <a:pt x="203835" y="56197"/>
                        <a:pt x="210503" y="0"/>
                      </a:cubicBezTo>
                      <a:lnTo>
                        <a:pt x="18097" y="0"/>
                      </a:lnTo>
                      <a:cubicBezTo>
                        <a:pt x="10478" y="62865"/>
                        <a:pt x="4763" y="120968"/>
                        <a:pt x="0" y="170497"/>
                      </a:cubicBezTo>
                      <a:cubicBezTo>
                        <a:pt x="10478" y="167640"/>
                        <a:pt x="20955" y="166688"/>
                        <a:pt x="31433" y="164782"/>
                      </a:cubicBezTo>
                      <a:close/>
                    </a:path>
                  </a:pathLst>
                </a:custGeom>
                <a:solidFill>
                  <a:schemeClr val="dk1"/>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49" name="Google Shape;549;p2"/>
                <p:cNvSpPr/>
                <p:nvPr/>
              </p:nvSpPr>
              <p:spPr>
                <a:xfrm>
                  <a:off x="6470656" y="4382001"/>
                  <a:ext cx="163334" cy="362805"/>
                </a:xfrm>
                <a:custGeom>
                  <a:rect b="b" l="l" r="r" t="t"/>
                  <a:pathLst>
                    <a:path extrusionOk="0" h="362805" w="163334">
                      <a:moveTo>
                        <a:pt x="160649" y="195714"/>
                      </a:moveTo>
                      <a:cubicBezTo>
                        <a:pt x="153029" y="250959"/>
                        <a:pt x="132074" y="298584"/>
                        <a:pt x="105404" y="328111"/>
                      </a:cubicBezTo>
                      <a:cubicBezTo>
                        <a:pt x="83497" y="352877"/>
                        <a:pt x="57779" y="365259"/>
                        <a:pt x="33014" y="362402"/>
                      </a:cubicBezTo>
                      <a:cubicBezTo>
                        <a:pt x="1581" y="358592"/>
                        <a:pt x="-3181" y="332874"/>
                        <a:pt x="1581" y="294774"/>
                      </a:cubicBezTo>
                      <a:cubicBezTo>
                        <a:pt x="5391" y="264294"/>
                        <a:pt x="14916" y="225242"/>
                        <a:pt x="20631" y="180474"/>
                      </a:cubicBezTo>
                      <a:cubicBezTo>
                        <a:pt x="25394" y="144279"/>
                        <a:pt x="27299" y="109989"/>
                        <a:pt x="31109" y="80461"/>
                      </a:cubicBezTo>
                      <a:cubicBezTo>
                        <a:pt x="36824" y="29026"/>
                        <a:pt x="46349" y="-4311"/>
                        <a:pt x="82544" y="451"/>
                      </a:cubicBezTo>
                      <a:cubicBezTo>
                        <a:pt x="113976" y="4261"/>
                        <a:pt x="138741" y="33789"/>
                        <a:pt x="153029" y="75699"/>
                      </a:cubicBezTo>
                      <a:cubicBezTo>
                        <a:pt x="162554" y="109989"/>
                        <a:pt x="166364" y="151899"/>
                        <a:pt x="160649" y="195714"/>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50" name="Google Shape;550;p2"/>
                <p:cNvSpPr/>
                <p:nvPr/>
              </p:nvSpPr>
              <p:spPr>
                <a:xfrm>
                  <a:off x="6549390" y="4866322"/>
                  <a:ext cx="297179" cy="149542"/>
                </a:xfrm>
                <a:custGeom>
                  <a:rect b="b" l="l" r="r" t="t"/>
                  <a:pathLst>
                    <a:path extrusionOk="0" h="149542" w="297179">
                      <a:moveTo>
                        <a:pt x="238125" y="75247"/>
                      </a:moveTo>
                      <a:cubicBezTo>
                        <a:pt x="256222" y="89535"/>
                        <a:pt x="286703" y="111443"/>
                        <a:pt x="297180" y="149543"/>
                      </a:cubicBezTo>
                      <a:cubicBezTo>
                        <a:pt x="273367" y="135255"/>
                        <a:pt x="236220" y="87630"/>
                        <a:pt x="109538" y="66675"/>
                      </a:cubicBezTo>
                      <a:cubicBezTo>
                        <a:pt x="74295" y="60960"/>
                        <a:pt x="35242" y="63818"/>
                        <a:pt x="0" y="64770"/>
                      </a:cubicBezTo>
                      <a:lnTo>
                        <a:pt x="7620" y="0"/>
                      </a:lnTo>
                      <a:cubicBezTo>
                        <a:pt x="18097" y="1905"/>
                        <a:pt x="28575" y="2858"/>
                        <a:pt x="38100" y="4763"/>
                      </a:cubicBezTo>
                      <a:cubicBezTo>
                        <a:pt x="106680" y="15240"/>
                        <a:pt x="181928" y="31433"/>
                        <a:pt x="238125" y="75247"/>
                      </a:cubicBezTo>
                      <a:close/>
                    </a:path>
                  </a:pathLst>
                </a:custGeom>
                <a:solidFill>
                  <a:schemeClr val="dk1"/>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51" name="Google Shape;551;p2"/>
                <p:cNvSpPr/>
                <p:nvPr/>
              </p:nvSpPr>
              <p:spPr>
                <a:xfrm>
                  <a:off x="6549390" y="4928271"/>
                  <a:ext cx="358140" cy="168555"/>
                </a:xfrm>
                <a:custGeom>
                  <a:rect b="b" l="l" r="r" t="t"/>
                  <a:pathLst>
                    <a:path extrusionOk="0" h="168555" w="358140">
                      <a:moveTo>
                        <a:pt x="0" y="2821"/>
                      </a:moveTo>
                      <a:cubicBezTo>
                        <a:pt x="0" y="2821"/>
                        <a:pt x="256222" y="-35279"/>
                        <a:pt x="358140" y="168556"/>
                      </a:cubicBezTo>
                    </a:path>
                  </a:pathLst>
                </a:custGeom>
                <a:solidFill>
                  <a:schemeClr val="accent4"/>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sp>
            <p:nvSpPr>
              <p:cNvPr id="552" name="Google Shape;552;p2"/>
              <p:cNvSpPr/>
              <p:nvPr/>
            </p:nvSpPr>
            <p:spPr>
              <a:xfrm>
                <a:off x="6066472" y="4757998"/>
                <a:ext cx="293370" cy="146463"/>
              </a:xfrm>
              <a:custGeom>
                <a:rect b="b" l="l" r="r" t="t"/>
                <a:pathLst>
                  <a:path extrusionOk="0" h="146463" w="293370">
                    <a:moveTo>
                      <a:pt x="293370" y="45459"/>
                    </a:moveTo>
                    <a:cubicBezTo>
                      <a:pt x="292418" y="67366"/>
                      <a:pt x="282893" y="87369"/>
                      <a:pt x="265747" y="104514"/>
                    </a:cubicBezTo>
                    <a:cubicBezTo>
                      <a:pt x="239078" y="131184"/>
                      <a:pt x="194310" y="147376"/>
                      <a:pt x="144780" y="146424"/>
                    </a:cubicBezTo>
                    <a:cubicBezTo>
                      <a:pt x="101918" y="145471"/>
                      <a:pt x="62865" y="131184"/>
                      <a:pt x="36195" y="109276"/>
                    </a:cubicBezTo>
                    <a:cubicBezTo>
                      <a:pt x="13335" y="90226"/>
                      <a:pt x="0" y="65461"/>
                      <a:pt x="0" y="38791"/>
                    </a:cubicBezTo>
                    <a:cubicBezTo>
                      <a:pt x="953" y="2596"/>
                      <a:pt x="25718" y="-2166"/>
                      <a:pt x="64770" y="691"/>
                    </a:cubicBezTo>
                    <a:cubicBezTo>
                      <a:pt x="87630" y="1644"/>
                      <a:pt x="114300" y="5454"/>
                      <a:pt x="143828" y="6406"/>
                    </a:cubicBezTo>
                    <a:cubicBezTo>
                      <a:pt x="175260" y="7359"/>
                      <a:pt x="204788" y="4501"/>
                      <a:pt x="228600" y="4501"/>
                    </a:cubicBezTo>
                    <a:cubicBezTo>
                      <a:pt x="267653" y="4501"/>
                      <a:pt x="293370" y="10216"/>
                      <a:pt x="293370" y="45459"/>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553" name="Google Shape;553;p2"/>
              <p:cNvGrpSpPr/>
              <p:nvPr/>
            </p:nvGrpSpPr>
            <p:grpSpPr>
              <a:xfrm>
                <a:off x="4457138" y="2124671"/>
                <a:ext cx="1452171" cy="1309090"/>
                <a:chOff x="4457138" y="2124671"/>
                <a:chExt cx="1452171" cy="1309090"/>
              </a:xfrm>
            </p:grpSpPr>
            <p:sp>
              <p:nvSpPr>
                <p:cNvPr id="554" name="Google Shape;554;p2"/>
                <p:cNvSpPr/>
                <p:nvPr/>
              </p:nvSpPr>
              <p:spPr>
                <a:xfrm>
                  <a:off x="4988242" y="2840354"/>
                  <a:ext cx="921067" cy="593407"/>
                </a:xfrm>
                <a:custGeom>
                  <a:rect b="b" l="l" r="r" t="t"/>
                  <a:pathLst>
                    <a:path extrusionOk="0" h="593407" w="921067">
                      <a:moveTo>
                        <a:pt x="101917" y="0"/>
                      </a:moveTo>
                      <a:lnTo>
                        <a:pt x="921068" y="358140"/>
                      </a:lnTo>
                      <a:lnTo>
                        <a:pt x="848678" y="593408"/>
                      </a:lnTo>
                      <a:lnTo>
                        <a:pt x="0" y="210503"/>
                      </a:ln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55" name="Google Shape;555;p2"/>
                <p:cNvSpPr/>
                <p:nvPr/>
              </p:nvSpPr>
              <p:spPr>
                <a:xfrm>
                  <a:off x="5081587" y="2797837"/>
                  <a:ext cx="94297" cy="35849"/>
                </a:xfrm>
                <a:custGeom>
                  <a:rect b="b" l="l" r="r" t="t"/>
                  <a:pathLst>
                    <a:path extrusionOk="0" h="35849" w="94297">
                      <a:moveTo>
                        <a:pt x="94297" y="35850"/>
                      </a:moveTo>
                      <a:cubicBezTo>
                        <a:pt x="94297" y="35850"/>
                        <a:pt x="53340" y="-19395"/>
                        <a:pt x="0" y="7275"/>
                      </a:cubicBezTo>
                    </a:path>
                  </a:pathLst>
                </a:custGeom>
                <a:solidFill>
                  <a:srgbClr val="FFFFFF"/>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556" name="Google Shape;556;p2"/>
                <p:cNvGrpSpPr/>
                <p:nvPr/>
              </p:nvGrpSpPr>
              <p:grpSpPr>
                <a:xfrm>
                  <a:off x="4457138" y="2124671"/>
                  <a:ext cx="849929" cy="1055766"/>
                  <a:chOff x="4457138" y="2124671"/>
                  <a:chExt cx="849929" cy="1055766"/>
                </a:xfrm>
              </p:grpSpPr>
              <p:sp>
                <p:nvSpPr>
                  <p:cNvPr id="557" name="Google Shape;557;p2"/>
                  <p:cNvSpPr/>
                  <p:nvPr/>
                </p:nvSpPr>
                <p:spPr>
                  <a:xfrm>
                    <a:off x="5013270" y="2806294"/>
                    <a:ext cx="293797" cy="374143"/>
                  </a:xfrm>
                  <a:custGeom>
                    <a:rect b="b" l="l" r="r" t="t"/>
                    <a:pathLst>
                      <a:path extrusionOk="0" h="374143" w="293797">
                        <a:moveTo>
                          <a:pt x="6405" y="155028"/>
                        </a:moveTo>
                        <a:cubicBezTo>
                          <a:pt x="-17408" y="256945"/>
                          <a:pt x="27360" y="354100"/>
                          <a:pt x="104512" y="371245"/>
                        </a:cubicBezTo>
                        <a:cubicBezTo>
                          <a:pt x="182617" y="389343"/>
                          <a:pt x="264533" y="320763"/>
                          <a:pt x="287392" y="218845"/>
                        </a:cubicBezTo>
                        <a:cubicBezTo>
                          <a:pt x="311205" y="116928"/>
                          <a:pt x="266437" y="19773"/>
                          <a:pt x="189285" y="2628"/>
                        </a:cubicBezTo>
                        <a:cubicBezTo>
                          <a:pt x="111180" y="-14517"/>
                          <a:pt x="29265" y="54063"/>
                          <a:pt x="6405" y="155028"/>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58" name="Google Shape;558;p2"/>
                  <p:cNvSpPr/>
                  <p:nvPr/>
                </p:nvSpPr>
                <p:spPr>
                  <a:xfrm>
                    <a:off x="4457138" y="2124671"/>
                    <a:ext cx="788993" cy="1030830"/>
                  </a:xfrm>
                  <a:custGeom>
                    <a:rect b="b" l="l" r="r" t="t"/>
                    <a:pathLst>
                      <a:path extrusionOk="0" h="1030830" w="788993">
                        <a:moveTo>
                          <a:pt x="728272" y="733781"/>
                        </a:moveTo>
                        <a:cubicBezTo>
                          <a:pt x="728272" y="733781"/>
                          <a:pt x="814949" y="1128116"/>
                          <a:pt x="340604" y="1008101"/>
                        </a:cubicBezTo>
                        <a:cubicBezTo>
                          <a:pt x="291074" y="995718"/>
                          <a:pt x="243449" y="975716"/>
                          <a:pt x="200587" y="947141"/>
                        </a:cubicBezTo>
                        <a:cubicBezTo>
                          <a:pt x="132007" y="901421"/>
                          <a:pt x="56759" y="822363"/>
                          <a:pt x="115814" y="720446"/>
                        </a:cubicBezTo>
                        <a:cubicBezTo>
                          <a:pt x="115814" y="720446"/>
                          <a:pt x="-9916" y="525183"/>
                          <a:pt x="228209" y="443268"/>
                        </a:cubicBezTo>
                        <a:cubicBezTo>
                          <a:pt x="228209" y="443268"/>
                          <a:pt x="222494" y="315633"/>
                          <a:pt x="60569" y="190856"/>
                        </a:cubicBezTo>
                        <a:cubicBezTo>
                          <a:pt x="41519" y="176568"/>
                          <a:pt x="27232" y="161328"/>
                          <a:pt x="16754" y="147041"/>
                        </a:cubicBezTo>
                        <a:cubicBezTo>
                          <a:pt x="-30871" y="79413"/>
                          <a:pt x="30089" y="-12027"/>
                          <a:pt x="111052" y="1308"/>
                        </a:cubicBezTo>
                        <a:cubicBezTo>
                          <a:pt x="210112" y="16548"/>
                          <a:pt x="355844" y="127991"/>
                          <a:pt x="406327" y="307061"/>
                        </a:cubicBezTo>
                        <a:cubicBezTo>
                          <a:pt x="414899" y="270866"/>
                          <a:pt x="441569" y="249911"/>
                          <a:pt x="469192" y="238481"/>
                        </a:cubicBezTo>
                        <a:cubicBezTo>
                          <a:pt x="514912" y="218478"/>
                          <a:pt x="558727" y="263246"/>
                          <a:pt x="582539" y="294678"/>
                        </a:cubicBezTo>
                        <a:cubicBezTo>
                          <a:pt x="599684" y="317538"/>
                          <a:pt x="618734" y="339446"/>
                          <a:pt x="640642" y="359448"/>
                        </a:cubicBezTo>
                        <a:cubicBezTo>
                          <a:pt x="721604" y="434696"/>
                          <a:pt x="801614" y="509943"/>
                          <a:pt x="787327" y="623291"/>
                        </a:cubicBezTo>
                        <a:cubicBezTo>
                          <a:pt x="784469" y="645198"/>
                          <a:pt x="778754" y="666153"/>
                          <a:pt x="768277" y="685203"/>
                        </a:cubicBezTo>
                        <a:cubicBezTo>
                          <a:pt x="765419" y="690918"/>
                          <a:pt x="728272" y="731876"/>
                          <a:pt x="728272" y="733781"/>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59" name="Google Shape;559;p2"/>
                  <p:cNvSpPr/>
                  <p:nvPr/>
                </p:nvSpPr>
                <p:spPr>
                  <a:xfrm>
                    <a:off x="4853849" y="2430779"/>
                    <a:ext cx="167730" cy="218122"/>
                  </a:xfrm>
                  <a:custGeom>
                    <a:rect b="b" l="l" r="r" t="t"/>
                    <a:pathLst>
                      <a:path extrusionOk="0" h="218122" w="167730">
                        <a:moveTo>
                          <a:pt x="10568" y="0"/>
                        </a:moveTo>
                        <a:cubicBezTo>
                          <a:pt x="10568" y="0"/>
                          <a:pt x="-60870" y="158115"/>
                          <a:pt x="167730" y="218123"/>
                        </a:cubicBezTo>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60" name="Google Shape;560;p2"/>
                  <p:cNvSpPr/>
                  <p:nvPr/>
                </p:nvSpPr>
                <p:spPr>
                  <a:xfrm>
                    <a:off x="4957398" y="2635567"/>
                    <a:ext cx="76564" cy="231457"/>
                  </a:xfrm>
                  <a:custGeom>
                    <a:rect b="b" l="l" r="r" t="t"/>
                    <a:pathLst>
                      <a:path extrusionOk="0" h="231457" w="76564">
                        <a:moveTo>
                          <a:pt x="19414" y="0"/>
                        </a:moveTo>
                        <a:cubicBezTo>
                          <a:pt x="19414" y="0"/>
                          <a:pt x="-51071" y="63817"/>
                          <a:pt x="76564" y="231458"/>
                        </a:cubicBezTo>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61" name="Google Shape;561;p2"/>
                  <p:cNvSpPr/>
                  <p:nvPr/>
                </p:nvSpPr>
                <p:spPr>
                  <a:xfrm>
                    <a:off x="4572000" y="2787771"/>
                    <a:ext cx="353710" cy="247378"/>
                  </a:xfrm>
                  <a:custGeom>
                    <a:rect b="b" l="l" r="r" t="t"/>
                    <a:pathLst>
                      <a:path extrusionOk="0" h="247378" w="353710">
                        <a:moveTo>
                          <a:pt x="164783" y="131641"/>
                        </a:moveTo>
                        <a:cubicBezTo>
                          <a:pt x="86677" y="186886"/>
                          <a:pt x="148590" y="222128"/>
                          <a:pt x="189548" y="237368"/>
                        </a:cubicBezTo>
                        <a:cubicBezTo>
                          <a:pt x="209550" y="244988"/>
                          <a:pt x="231458" y="248798"/>
                          <a:pt x="253365" y="246893"/>
                        </a:cubicBezTo>
                        <a:cubicBezTo>
                          <a:pt x="278130" y="244988"/>
                          <a:pt x="297180" y="235463"/>
                          <a:pt x="311467" y="222128"/>
                        </a:cubicBezTo>
                        <a:cubicBezTo>
                          <a:pt x="388620" y="155453"/>
                          <a:pt x="354330" y="26866"/>
                          <a:pt x="255270" y="4958"/>
                        </a:cubicBezTo>
                        <a:cubicBezTo>
                          <a:pt x="200977" y="-7424"/>
                          <a:pt x="120015" y="1148"/>
                          <a:pt x="0" y="56393"/>
                        </a:cubicBezTo>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62" name="Google Shape;562;p2"/>
                  <p:cNvSpPr/>
                  <p:nvPr/>
                </p:nvSpPr>
                <p:spPr>
                  <a:xfrm>
                    <a:off x="4685347" y="2558412"/>
                    <a:ext cx="271572" cy="248874"/>
                  </a:xfrm>
                  <a:custGeom>
                    <a:rect b="b" l="l" r="r" t="t"/>
                    <a:pathLst>
                      <a:path extrusionOk="0" h="248874" w="271572">
                        <a:moveTo>
                          <a:pt x="0" y="9527"/>
                        </a:moveTo>
                        <a:cubicBezTo>
                          <a:pt x="0" y="9527"/>
                          <a:pt x="178117" y="-40955"/>
                          <a:pt x="252412" y="90490"/>
                        </a:cubicBezTo>
                        <a:cubicBezTo>
                          <a:pt x="268605" y="119065"/>
                          <a:pt x="275273" y="151450"/>
                          <a:pt x="269557" y="182882"/>
                        </a:cubicBezTo>
                        <a:cubicBezTo>
                          <a:pt x="262890" y="218125"/>
                          <a:pt x="240982" y="256225"/>
                          <a:pt x="176213" y="247652"/>
                        </a:cubicBezTo>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nvGrpSpPr>
              <p:cNvPr id="563" name="Google Shape;563;p2"/>
              <p:cNvGrpSpPr/>
              <p:nvPr/>
            </p:nvGrpSpPr>
            <p:grpSpPr>
              <a:xfrm>
                <a:off x="5192637" y="1228967"/>
                <a:ext cx="2608368" cy="3187620"/>
                <a:chOff x="5192637" y="1228967"/>
                <a:chExt cx="2608368" cy="3187620"/>
              </a:xfrm>
            </p:grpSpPr>
            <p:grpSp>
              <p:nvGrpSpPr>
                <p:cNvPr id="564" name="Google Shape;564;p2"/>
                <p:cNvGrpSpPr/>
                <p:nvPr/>
              </p:nvGrpSpPr>
              <p:grpSpPr>
                <a:xfrm>
                  <a:off x="5192637" y="1228967"/>
                  <a:ext cx="2608368" cy="3187620"/>
                  <a:chOff x="5192637" y="1228967"/>
                  <a:chExt cx="2608368" cy="3187620"/>
                </a:xfrm>
              </p:grpSpPr>
              <p:grpSp>
                <p:nvGrpSpPr>
                  <p:cNvPr id="565" name="Google Shape;565;p2"/>
                  <p:cNvGrpSpPr/>
                  <p:nvPr/>
                </p:nvGrpSpPr>
                <p:grpSpPr>
                  <a:xfrm>
                    <a:off x="5192637" y="1228967"/>
                    <a:ext cx="1142295" cy="1142295"/>
                    <a:chOff x="5192637" y="1228967"/>
                    <a:chExt cx="1142295" cy="1142295"/>
                  </a:xfrm>
                </p:grpSpPr>
                <p:grpSp>
                  <p:nvGrpSpPr>
                    <p:cNvPr id="566" name="Google Shape;566;p2"/>
                    <p:cNvGrpSpPr/>
                    <p:nvPr/>
                  </p:nvGrpSpPr>
                  <p:grpSpPr>
                    <a:xfrm>
                      <a:off x="5192637" y="1228967"/>
                      <a:ext cx="1142295" cy="1142295"/>
                      <a:chOff x="5192637" y="1228967"/>
                      <a:chExt cx="1142295" cy="1142295"/>
                    </a:xfrm>
                  </p:grpSpPr>
                  <p:sp>
                    <p:nvSpPr>
                      <p:cNvPr id="567" name="Google Shape;567;p2"/>
                      <p:cNvSpPr/>
                      <p:nvPr/>
                    </p:nvSpPr>
                    <p:spPr>
                      <a:xfrm rot="-1405459">
                        <a:off x="5329493" y="1365823"/>
                        <a:ext cx="868584" cy="868584"/>
                      </a:xfrm>
                      <a:custGeom>
                        <a:rect b="b" l="l" r="r" t="t"/>
                        <a:pathLst>
                          <a:path extrusionOk="0" h="868665" w="868665">
                            <a:moveTo>
                              <a:pt x="868665" y="434333"/>
                            </a:moveTo>
                            <a:cubicBezTo>
                              <a:pt x="868665" y="674208"/>
                              <a:pt x="674208" y="868665"/>
                              <a:pt x="434333" y="868665"/>
                            </a:cubicBezTo>
                            <a:cubicBezTo>
                              <a:pt x="194457" y="868665"/>
                              <a:pt x="0" y="674208"/>
                              <a:pt x="0" y="434333"/>
                            </a:cubicBezTo>
                            <a:cubicBezTo>
                              <a:pt x="0" y="194457"/>
                              <a:pt x="194457" y="0"/>
                              <a:pt x="434333" y="0"/>
                            </a:cubicBezTo>
                            <a:cubicBezTo>
                              <a:pt x="674208" y="0"/>
                              <a:pt x="868665" y="194457"/>
                              <a:pt x="868665" y="434333"/>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68" name="Google Shape;568;p2"/>
                      <p:cNvSpPr/>
                      <p:nvPr/>
                    </p:nvSpPr>
                    <p:spPr>
                      <a:xfrm rot="-2322274">
                        <a:off x="5376069" y="1412788"/>
                        <a:ext cx="774929" cy="774929"/>
                      </a:xfrm>
                      <a:custGeom>
                        <a:rect b="b" l="l" r="r" t="t"/>
                        <a:pathLst>
                          <a:path extrusionOk="0" h="775307" w="775307">
                            <a:moveTo>
                              <a:pt x="775308" y="387654"/>
                            </a:moveTo>
                            <a:cubicBezTo>
                              <a:pt x="775308" y="601749"/>
                              <a:pt x="601749" y="775308"/>
                              <a:pt x="387654" y="775308"/>
                            </a:cubicBezTo>
                            <a:cubicBezTo>
                              <a:pt x="173559" y="775308"/>
                              <a:pt x="0" y="601749"/>
                              <a:pt x="0" y="387654"/>
                            </a:cubicBezTo>
                            <a:cubicBezTo>
                              <a:pt x="0" y="173559"/>
                              <a:pt x="173559" y="0"/>
                              <a:pt x="387654" y="0"/>
                            </a:cubicBezTo>
                            <a:cubicBezTo>
                              <a:pt x="601750" y="0"/>
                              <a:pt x="775308" y="173559"/>
                              <a:pt x="775308" y="387654"/>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569" name="Google Shape;569;p2"/>
                    <p:cNvGrpSpPr/>
                    <p:nvPr/>
                  </p:nvGrpSpPr>
                  <p:grpSpPr>
                    <a:xfrm>
                      <a:off x="5396923" y="1431666"/>
                      <a:ext cx="734260" cy="736165"/>
                      <a:chOff x="5396923" y="1431666"/>
                      <a:chExt cx="734260" cy="736165"/>
                    </a:xfrm>
                  </p:grpSpPr>
                  <p:sp>
                    <p:nvSpPr>
                      <p:cNvPr id="570" name="Google Shape;570;p2"/>
                      <p:cNvSpPr/>
                      <p:nvPr/>
                    </p:nvSpPr>
                    <p:spPr>
                      <a:xfrm>
                        <a:off x="5396923" y="1767839"/>
                        <a:ext cx="302847" cy="164560"/>
                      </a:xfrm>
                      <a:custGeom>
                        <a:rect b="b" l="l" r="r" t="t"/>
                        <a:pathLst>
                          <a:path extrusionOk="0" h="164560" w="302847">
                            <a:moveTo>
                              <a:pt x="298074" y="50483"/>
                            </a:moveTo>
                            <a:lnTo>
                              <a:pt x="34231" y="163830"/>
                            </a:lnTo>
                            <a:cubicBezTo>
                              <a:pt x="29469" y="165735"/>
                              <a:pt x="23754" y="163830"/>
                              <a:pt x="22801" y="159068"/>
                            </a:cubicBezTo>
                            <a:cubicBezTo>
                              <a:pt x="5656" y="112395"/>
                              <a:pt x="-2916" y="60960"/>
                              <a:pt x="894" y="8573"/>
                            </a:cubicBezTo>
                            <a:cubicBezTo>
                              <a:pt x="894" y="3810"/>
                              <a:pt x="5656" y="0"/>
                              <a:pt x="10419" y="0"/>
                            </a:cubicBezTo>
                            <a:lnTo>
                              <a:pt x="295216" y="33338"/>
                            </a:lnTo>
                            <a:cubicBezTo>
                              <a:pt x="303789" y="35243"/>
                              <a:pt x="305694" y="47625"/>
                              <a:pt x="298074" y="50483"/>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1" name="Google Shape;571;p2"/>
                      <p:cNvSpPr/>
                      <p:nvPr/>
                    </p:nvSpPr>
                    <p:spPr>
                      <a:xfrm>
                        <a:off x="5402433" y="1591871"/>
                        <a:ext cx="302372" cy="189360"/>
                      </a:xfrm>
                      <a:custGeom>
                        <a:rect b="b" l="l" r="r" t="t"/>
                        <a:pathLst>
                          <a:path extrusionOk="0" h="189360" w="302372">
                            <a:moveTo>
                              <a:pt x="292564" y="189304"/>
                            </a:moveTo>
                            <a:lnTo>
                              <a:pt x="7767" y="155966"/>
                            </a:lnTo>
                            <a:cubicBezTo>
                              <a:pt x="3004" y="155014"/>
                              <a:pt x="-806" y="150252"/>
                              <a:pt x="147" y="145489"/>
                            </a:cubicBezTo>
                            <a:cubicBezTo>
                              <a:pt x="8719" y="93102"/>
                              <a:pt x="28722" y="45476"/>
                              <a:pt x="56345" y="3566"/>
                            </a:cubicBezTo>
                            <a:cubicBezTo>
                              <a:pt x="59202" y="-244"/>
                              <a:pt x="64917" y="-1196"/>
                              <a:pt x="68727" y="1661"/>
                            </a:cubicBezTo>
                            <a:lnTo>
                              <a:pt x="299232" y="173112"/>
                            </a:lnTo>
                            <a:cubicBezTo>
                              <a:pt x="305899" y="178827"/>
                              <a:pt x="301137" y="190256"/>
                              <a:pt x="292564" y="189304"/>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2" name="Google Shape;572;p2"/>
                      <p:cNvSpPr/>
                      <p:nvPr/>
                    </p:nvSpPr>
                    <p:spPr>
                      <a:xfrm>
                        <a:off x="5434235" y="1836505"/>
                        <a:ext cx="280855" cy="248273"/>
                      </a:xfrm>
                      <a:custGeom>
                        <a:rect b="b" l="l" r="r" t="t"/>
                        <a:pathLst>
                          <a:path extrusionOk="0" h="248273" w="280855">
                            <a:moveTo>
                              <a:pt x="278860" y="14202"/>
                            </a:moveTo>
                            <a:lnTo>
                              <a:pt x="107410" y="244707"/>
                            </a:lnTo>
                            <a:cubicBezTo>
                              <a:pt x="104552" y="248517"/>
                              <a:pt x="98837" y="249470"/>
                              <a:pt x="95027" y="246612"/>
                            </a:cubicBezTo>
                            <a:cubicBezTo>
                              <a:pt x="55975" y="213275"/>
                              <a:pt x="23590" y="173270"/>
                              <a:pt x="730" y="126597"/>
                            </a:cubicBezTo>
                            <a:cubicBezTo>
                              <a:pt x="-1175" y="121835"/>
                              <a:pt x="730" y="116120"/>
                              <a:pt x="5493" y="114215"/>
                            </a:cubicBezTo>
                            <a:lnTo>
                              <a:pt x="269335" y="867"/>
                            </a:lnTo>
                            <a:cubicBezTo>
                              <a:pt x="276955" y="-2943"/>
                              <a:pt x="284575" y="6582"/>
                              <a:pt x="278860" y="14202"/>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3" name="Google Shape;573;p2"/>
                      <p:cNvSpPr/>
                      <p:nvPr/>
                    </p:nvSpPr>
                    <p:spPr>
                      <a:xfrm>
                        <a:off x="5479023" y="1469930"/>
                        <a:ext cx="248273" cy="280855"/>
                      </a:xfrm>
                      <a:custGeom>
                        <a:rect b="b" l="l" r="r" t="t"/>
                        <a:pathLst>
                          <a:path extrusionOk="0" h="280855" w="248273">
                            <a:moveTo>
                              <a:pt x="234072" y="278860"/>
                            </a:moveTo>
                            <a:lnTo>
                              <a:pt x="3567" y="107410"/>
                            </a:lnTo>
                            <a:cubicBezTo>
                              <a:pt x="-244" y="104552"/>
                              <a:pt x="-1196" y="98838"/>
                              <a:pt x="1661" y="95027"/>
                            </a:cubicBezTo>
                            <a:cubicBezTo>
                              <a:pt x="34999" y="55975"/>
                              <a:pt x="75004" y="23590"/>
                              <a:pt x="121676" y="730"/>
                            </a:cubicBezTo>
                            <a:cubicBezTo>
                              <a:pt x="126439" y="-1175"/>
                              <a:pt x="132154" y="730"/>
                              <a:pt x="134059" y="5493"/>
                            </a:cubicBezTo>
                            <a:lnTo>
                              <a:pt x="247406" y="269335"/>
                            </a:lnTo>
                            <a:cubicBezTo>
                              <a:pt x="251217" y="276955"/>
                              <a:pt x="241692" y="284575"/>
                              <a:pt x="234072" y="278860"/>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4" name="Google Shape;574;p2"/>
                      <p:cNvSpPr/>
                      <p:nvPr/>
                    </p:nvSpPr>
                    <p:spPr>
                      <a:xfrm>
                        <a:off x="5631402" y="1431666"/>
                        <a:ext cx="164559" cy="303799"/>
                      </a:xfrm>
                      <a:custGeom>
                        <a:rect b="b" l="l" r="r" t="t"/>
                        <a:pathLst>
                          <a:path extrusionOk="0" h="303799" w="164559">
                            <a:moveTo>
                              <a:pt x="5492" y="22801"/>
                            </a:moveTo>
                            <a:cubicBezTo>
                              <a:pt x="52165" y="5656"/>
                              <a:pt x="103600" y="-2916"/>
                              <a:pt x="155988" y="894"/>
                            </a:cubicBezTo>
                            <a:cubicBezTo>
                              <a:pt x="160750" y="894"/>
                              <a:pt x="164560" y="5656"/>
                              <a:pt x="164560" y="10419"/>
                            </a:cubicBezTo>
                            <a:lnTo>
                              <a:pt x="131222" y="296169"/>
                            </a:lnTo>
                            <a:cubicBezTo>
                              <a:pt x="130270" y="304741"/>
                              <a:pt x="117888" y="306646"/>
                              <a:pt x="114077" y="299026"/>
                            </a:cubicBezTo>
                            <a:lnTo>
                              <a:pt x="730" y="35184"/>
                            </a:lnTo>
                            <a:cubicBezTo>
                              <a:pt x="-1175" y="30421"/>
                              <a:pt x="730" y="24706"/>
                              <a:pt x="5492" y="22801"/>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5" name="Google Shape;575;p2"/>
                      <p:cNvSpPr/>
                      <p:nvPr/>
                    </p:nvSpPr>
                    <p:spPr>
                      <a:xfrm>
                        <a:off x="5556176" y="1859311"/>
                        <a:ext cx="189359" cy="303010"/>
                      </a:xfrm>
                      <a:custGeom>
                        <a:rect b="b" l="l" r="r" t="t"/>
                        <a:pathLst>
                          <a:path extrusionOk="0" h="303010" w="189359">
                            <a:moveTo>
                              <a:pt x="1661" y="234283"/>
                            </a:moveTo>
                            <a:lnTo>
                              <a:pt x="173111" y="3778"/>
                            </a:lnTo>
                            <a:cubicBezTo>
                              <a:pt x="178827" y="-3842"/>
                              <a:pt x="190257" y="921"/>
                              <a:pt x="189304" y="10446"/>
                            </a:cubicBezTo>
                            <a:lnTo>
                              <a:pt x="155966" y="295243"/>
                            </a:lnTo>
                            <a:cubicBezTo>
                              <a:pt x="155014" y="300006"/>
                              <a:pt x="150252" y="303816"/>
                              <a:pt x="145489" y="302863"/>
                            </a:cubicBezTo>
                            <a:cubicBezTo>
                              <a:pt x="93102" y="294291"/>
                              <a:pt x="45477" y="274288"/>
                              <a:pt x="3566" y="246666"/>
                            </a:cubicBezTo>
                            <a:cubicBezTo>
                              <a:pt x="-243" y="243808"/>
                              <a:pt x="-1196" y="238093"/>
                              <a:pt x="1661" y="234283"/>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6" name="Google Shape;576;p2"/>
                      <p:cNvSpPr/>
                      <p:nvPr/>
                    </p:nvSpPr>
                    <p:spPr>
                      <a:xfrm>
                        <a:off x="5732145" y="1864103"/>
                        <a:ext cx="164559" cy="303728"/>
                      </a:xfrm>
                      <a:custGeom>
                        <a:rect b="b" l="l" r="r" t="t"/>
                        <a:pathLst>
                          <a:path extrusionOk="0" h="303728" w="164559">
                            <a:moveTo>
                              <a:pt x="50483" y="4702"/>
                            </a:moveTo>
                            <a:lnTo>
                              <a:pt x="163830" y="269497"/>
                            </a:lnTo>
                            <a:cubicBezTo>
                              <a:pt x="165735" y="274259"/>
                              <a:pt x="163830" y="279974"/>
                              <a:pt x="159067" y="280927"/>
                            </a:cubicBezTo>
                            <a:cubicBezTo>
                              <a:pt x="112395" y="298072"/>
                              <a:pt x="60960" y="306644"/>
                              <a:pt x="8572" y="302834"/>
                            </a:cubicBezTo>
                            <a:cubicBezTo>
                              <a:pt x="3810" y="302834"/>
                              <a:pt x="0" y="298072"/>
                              <a:pt x="0" y="293309"/>
                            </a:cubicBezTo>
                            <a:lnTo>
                              <a:pt x="33338" y="8512"/>
                            </a:lnTo>
                            <a:cubicBezTo>
                              <a:pt x="34290" y="-1013"/>
                              <a:pt x="46672" y="-2918"/>
                              <a:pt x="50483" y="4702"/>
                            </a:cubicBezTo>
                            <a:close/>
                          </a:path>
                        </a:pathLst>
                      </a:custGeom>
                      <a:solidFill>
                        <a:srgbClr val="F5BA00"/>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7" name="Google Shape;577;p2"/>
                      <p:cNvSpPr/>
                      <p:nvPr/>
                    </p:nvSpPr>
                    <p:spPr>
                      <a:xfrm>
                        <a:off x="5782571" y="1438128"/>
                        <a:ext cx="189359" cy="303010"/>
                      </a:xfrm>
                      <a:custGeom>
                        <a:rect b="b" l="l" r="r" t="t"/>
                        <a:pathLst>
                          <a:path extrusionOk="0" h="303010" w="189359">
                            <a:moveTo>
                              <a:pt x="187699" y="68727"/>
                            </a:moveTo>
                            <a:lnTo>
                              <a:pt x="16249" y="299232"/>
                            </a:lnTo>
                            <a:cubicBezTo>
                              <a:pt x="10533" y="306852"/>
                              <a:pt x="-897" y="302089"/>
                              <a:pt x="56" y="292564"/>
                            </a:cubicBezTo>
                            <a:lnTo>
                              <a:pt x="33394" y="7767"/>
                            </a:lnTo>
                            <a:cubicBezTo>
                              <a:pt x="34346" y="3004"/>
                              <a:pt x="39108" y="-806"/>
                              <a:pt x="43871" y="147"/>
                            </a:cubicBezTo>
                            <a:cubicBezTo>
                              <a:pt x="96258" y="8719"/>
                              <a:pt x="143883" y="28722"/>
                              <a:pt x="185794" y="56344"/>
                            </a:cubicBezTo>
                            <a:cubicBezTo>
                              <a:pt x="189603" y="58249"/>
                              <a:pt x="190556" y="64917"/>
                              <a:pt x="187699" y="68727"/>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8" name="Google Shape;578;p2"/>
                      <p:cNvSpPr/>
                      <p:nvPr/>
                    </p:nvSpPr>
                    <p:spPr>
                      <a:xfrm>
                        <a:off x="5800810" y="1848712"/>
                        <a:ext cx="248273" cy="280855"/>
                      </a:xfrm>
                      <a:custGeom>
                        <a:rect b="b" l="l" r="r" t="t"/>
                        <a:pathLst>
                          <a:path extrusionOk="0" h="280855" w="248273">
                            <a:moveTo>
                              <a:pt x="14202" y="1995"/>
                            </a:moveTo>
                            <a:lnTo>
                              <a:pt x="244707" y="173445"/>
                            </a:lnTo>
                            <a:cubicBezTo>
                              <a:pt x="248517" y="176303"/>
                              <a:pt x="249470" y="182018"/>
                              <a:pt x="246612" y="185828"/>
                            </a:cubicBezTo>
                            <a:cubicBezTo>
                              <a:pt x="213275" y="224880"/>
                              <a:pt x="173270" y="257265"/>
                              <a:pt x="126597" y="280125"/>
                            </a:cubicBezTo>
                            <a:cubicBezTo>
                              <a:pt x="121835" y="282030"/>
                              <a:pt x="116120" y="280125"/>
                              <a:pt x="114215" y="275363"/>
                            </a:cubicBezTo>
                            <a:lnTo>
                              <a:pt x="867" y="11520"/>
                            </a:lnTo>
                            <a:cubicBezTo>
                              <a:pt x="-2943" y="3900"/>
                              <a:pt x="6582" y="-3720"/>
                              <a:pt x="14202" y="1995"/>
                            </a:cubicBezTo>
                            <a:close/>
                          </a:path>
                        </a:pathLst>
                      </a:custGeom>
                      <a:solidFill>
                        <a:srgbClr val="F5BA00"/>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79" name="Google Shape;579;p2"/>
                      <p:cNvSpPr/>
                      <p:nvPr/>
                    </p:nvSpPr>
                    <p:spPr>
                      <a:xfrm>
                        <a:off x="5813030" y="1514718"/>
                        <a:ext cx="280841" cy="248273"/>
                      </a:xfrm>
                      <a:custGeom>
                        <a:rect b="b" l="l" r="r" t="t"/>
                        <a:pathLst>
                          <a:path extrusionOk="0" h="248273" w="280841">
                            <a:moveTo>
                              <a:pt x="1982" y="234071"/>
                            </a:moveTo>
                            <a:lnTo>
                              <a:pt x="173432" y="3566"/>
                            </a:lnTo>
                            <a:cubicBezTo>
                              <a:pt x="176289" y="-244"/>
                              <a:pt x="182004" y="-1196"/>
                              <a:pt x="185814" y="1661"/>
                            </a:cubicBezTo>
                            <a:cubicBezTo>
                              <a:pt x="224867" y="34999"/>
                              <a:pt x="257252" y="75004"/>
                              <a:pt x="280112" y="121676"/>
                            </a:cubicBezTo>
                            <a:cubicBezTo>
                              <a:pt x="282017" y="126439"/>
                              <a:pt x="280112" y="132154"/>
                              <a:pt x="275349" y="134059"/>
                            </a:cubicBezTo>
                            <a:lnTo>
                              <a:pt x="12459" y="247406"/>
                            </a:lnTo>
                            <a:cubicBezTo>
                              <a:pt x="3887" y="251216"/>
                              <a:pt x="-3733" y="241691"/>
                              <a:pt x="1982" y="234071"/>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80" name="Google Shape;580;p2"/>
                      <p:cNvSpPr/>
                      <p:nvPr/>
                    </p:nvSpPr>
                    <p:spPr>
                      <a:xfrm>
                        <a:off x="5823301" y="1818266"/>
                        <a:ext cx="302372" cy="189360"/>
                      </a:xfrm>
                      <a:custGeom>
                        <a:rect b="b" l="l" r="r" t="t"/>
                        <a:pathLst>
                          <a:path extrusionOk="0" h="189360" w="302372">
                            <a:moveTo>
                              <a:pt x="9808" y="56"/>
                            </a:moveTo>
                            <a:lnTo>
                              <a:pt x="294606" y="33394"/>
                            </a:lnTo>
                            <a:cubicBezTo>
                              <a:pt x="299368" y="34346"/>
                              <a:pt x="303178" y="39109"/>
                              <a:pt x="302226" y="43871"/>
                            </a:cubicBezTo>
                            <a:cubicBezTo>
                              <a:pt x="293653" y="96259"/>
                              <a:pt x="273651" y="143884"/>
                              <a:pt x="246028" y="185794"/>
                            </a:cubicBezTo>
                            <a:cubicBezTo>
                              <a:pt x="243171" y="189604"/>
                              <a:pt x="237456" y="190556"/>
                              <a:pt x="233646" y="187699"/>
                            </a:cubicBezTo>
                            <a:lnTo>
                              <a:pt x="3141" y="16248"/>
                            </a:lnTo>
                            <a:cubicBezTo>
                              <a:pt x="-3527" y="10534"/>
                              <a:pt x="1236" y="-896"/>
                              <a:pt x="9808" y="56"/>
                            </a:cubicBezTo>
                            <a:close/>
                          </a:path>
                        </a:pathLst>
                      </a:custGeom>
                      <a:solidFill>
                        <a:srgbClr val="F5BA00"/>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81" name="Google Shape;581;p2"/>
                      <p:cNvSpPr/>
                      <p:nvPr/>
                    </p:nvSpPr>
                    <p:spPr>
                      <a:xfrm>
                        <a:off x="5828030" y="1667097"/>
                        <a:ext cx="303153" cy="165512"/>
                      </a:xfrm>
                      <a:custGeom>
                        <a:rect b="b" l="l" r="r" t="t"/>
                        <a:pathLst>
                          <a:path extrusionOk="0" h="165512" w="303153">
                            <a:moveTo>
                              <a:pt x="5080" y="114078"/>
                            </a:moveTo>
                            <a:lnTo>
                              <a:pt x="268923" y="730"/>
                            </a:lnTo>
                            <a:cubicBezTo>
                              <a:pt x="273685" y="-1175"/>
                              <a:pt x="279400" y="730"/>
                              <a:pt x="280353" y="5492"/>
                            </a:cubicBezTo>
                            <a:cubicBezTo>
                              <a:pt x="297498" y="52165"/>
                              <a:pt x="306070" y="103600"/>
                              <a:pt x="302260" y="156940"/>
                            </a:cubicBezTo>
                            <a:cubicBezTo>
                              <a:pt x="302260" y="161703"/>
                              <a:pt x="297498" y="165513"/>
                              <a:pt x="292735" y="165513"/>
                            </a:cubicBezTo>
                            <a:lnTo>
                              <a:pt x="7937" y="132175"/>
                            </a:lnTo>
                            <a:cubicBezTo>
                              <a:pt x="-1588" y="130270"/>
                              <a:pt x="-2540" y="117888"/>
                              <a:pt x="5080" y="114078"/>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nvGrpSpPr>
                  <p:cNvPr id="582" name="Google Shape;582;p2"/>
                  <p:cNvGrpSpPr/>
                  <p:nvPr/>
                </p:nvGrpSpPr>
                <p:grpSpPr>
                  <a:xfrm>
                    <a:off x="5344133" y="1750350"/>
                    <a:ext cx="2456872" cy="2666237"/>
                    <a:chOff x="5344133" y="1750350"/>
                    <a:chExt cx="2456872" cy="2666237"/>
                  </a:xfrm>
                </p:grpSpPr>
                <p:grpSp>
                  <p:nvGrpSpPr>
                    <p:cNvPr id="583" name="Google Shape;583;p2"/>
                    <p:cNvGrpSpPr/>
                    <p:nvPr/>
                  </p:nvGrpSpPr>
                  <p:grpSpPr>
                    <a:xfrm>
                      <a:off x="5344133" y="1750350"/>
                      <a:ext cx="2456872" cy="2666237"/>
                      <a:chOff x="5344133" y="1750350"/>
                      <a:chExt cx="2456872" cy="2666237"/>
                    </a:xfrm>
                  </p:grpSpPr>
                  <p:sp>
                    <p:nvSpPr>
                      <p:cNvPr id="584" name="Google Shape;584;p2"/>
                      <p:cNvSpPr/>
                      <p:nvPr/>
                    </p:nvSpPr>
                    <p:spPr>
                      <a:xfrm>
                        <a:off x="6852284" y="2459354"/>
                        <a:ext cx="948721" cy="1484978"/>
                      </a:xfrm>
                      <a:custGeom>
                        <a:rect b="b" l="l" r="r" t="t"/>
                        <a:pathLst>
                          <a:path extrusionOk="0" h="1484978" w="948721">
                            <a:moveTo>
                              <a:pt x="107633" y="0"/>
                            </a:moveTo>
                            <a:lnTo>
                              <a:pt x="0" y="1432560"/>
                            </a:lnTo>
                            <a:lnTo>
                              <a:pt x="417195" y="1482090"/>
                            </a:lnTo>
                            <a:cubicBezTo>
                              <a:pt x="642938" y="1508760"/>
                              <a:pt x="846772" y="1347788"/>
                              <a:pt x="873443" y="1122045"/>
                            </a:cubicBezTo>
                            <a:lnTo>
                              <a:pt x="945833" y="513398"/>
                            </a:lnTo>
                            <a:cubicBezTo>
                              <a:pt x="972503" y="287655"/>
                              <a:pt x="811530" y="83820"/>
                              <a:pt x="585788" y="57150"/>
                            </a:cubicBezTo>
                            <a:lnTo>
                              <a:pt x="107633" y="0"/>
                            </a:lnTo>
                            <a:close/>
                            <a:moveTo>
                              <a:pt x="514350" y="1213485"/>
                            </a:moveTo>
                            <a:lnTo>
                              <a:pt x="133350" y="1168718"/>
                            </a:lnTo>
                            <a:lnTo>
                              <a:pt x="199072" y="292417"/>
                            </a:lnTo>
                            <a:lnTo>
                              <a:pt x="617220" y="341948"/>
                            </a:lnTo>
                            <a:cubicBezTo>
                              <a:pt x="685800" y="350520"/>
                              <a:pt x="734378" y="412433"/>
                              <a:pt x="726758" y="481013"/>
                            </a:cubicBezTo>
                            <a:lnTo>
                              <a:pt x="653415" y="1104900"/>
                            </a:lnTo>
                            <a:cubicBezTo>
                              <a:pt x="644843" y="1172527"/>
                              <a:pt x="582930" y="1221105"/>
                              <a:pt x="514350" y="1213485"/>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85" name="Google Shape;585;p2"/>
                      <p:cNvSpPr/>
                      <p:nvPr/>
                    </p:nvSpPr>
                    <p:spPr>
                      <a:xfrm>
                        <a:off x="6851332" y="2459354"/>
                        <a:ext cx="885825" cy="1484978"/>
                      </a:xfrm>
                      <a:custGeom>
                        <a:rect b="b" l="l" r="r" t="t"/>
                        <a:pathLst>
                          <a:path extrusionOk="0" h="1484978" w="885825">
                            <a:moveTo>
                              <a:pt x="825818" y="933450"/>
                            </a:moveTo>
                            <a:cubicBezTo>
                              <a:pt x="799148" y="906780"/>
                              <a:pt x="770573" y="882015"/>
                              <a:pt x="739140" y="861060"/>
                            </a:cubicBezTo>
                            <a:cubicBezTo>
                              <a:pt x="722948" y="849630"/>
                              <a:pt x="704850" y="840105"/>
                              <a:pt x="686753" y="832485"/>
                            </a:cubicBezTo>
                            <a:lnTo>
                              <a:pt x="654368" y="1103948"/>
                            </a:lnTo>
                            <a:cubicBezTo>
                              <a:pt x="645795" y="1172527"/>
                              <a:pt x="583883" y="1221105"/>
                              <a:pt x="515303" y="1213485"/>
                            </a:cubicBezTo>
                            <a:lnTo>
                              <a:pt x="134303" y="1168718"/>
                            </a:lnTo>
                            <a:lnTo>
                              <a:pt x="200025" y="292417"/>
                            </a:lnTo>
                            <a:lnTo>
                              <a:pt x="364808" y="311467"/>
                            </a:lnTo>
                            <a:cubicBezTo>
                              <a:pt x="360045" y="256223"/>
                              <a:pt x="350520" y="200025"/>
                              <a:pt x="337185" y="145733"/>
                            </a:cubicBezTo>
                            <a:cubicBezTo>
                              <a:pt x="329565" y="114300"/>
                              <a:pt x="320993" y="83820"/>
                              <a:pt x="310515" y="53340"/>
                            </a:cubicBezTo>
                            <a:cubicBezTo>
                              <a:pt x="306705" y="42863"/>
                              <a:pt x="303848" y="33338"/>
                              <a:pt x="299085" y="22860"/>
                            </a:cubicBezTo>
                            <a:lnTo>
                              <a:pt x="107633" y="0"/>
                            </a:lnTo>
                            <a:lnTo>
                              <a:pt x="0" y="1432560"/>
                            </a:lnTo>
                            <a:lnTo>
                              <a:pt x="417195" y="1482090"/>
                            </a:lnTo>
                            <a:cubicBezTo>
                              <a:pt x="642938" y="1508760"/>
                              <a:pt x="846773" y="1347788"/>
                              <a:pt x="873443" y="1122045"/>
                            </a:cubicBezTo>
                            <a:lnTo>
                              <a:pt x="885825" y="1014413"/>
                            </a:lnTo>
                            <a:cubicBezTo>
                              <a:pt x="879158" y="1001078"/>
                              <a:pt x="870585" y="987743"/>
                              <a:pt x="862013" y="975360"/>
                            </a:cubicBezTo>
                            <a:cubicBezTo>
                              <a:pt x="851535" y="960120"/>
                              <a:pt x="839153" y="946785"/>
                              <a:pt x="825818" y="933450"/>
                            </a:cubicBezTo>
                            <a:close/>
                          </a:path>
                        </a:pathLst>
                      </a:custGeom>
                      <a:solidFill>
                        <a:srgbClr val="191919">
                          <a:alpha val="39607"/>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586" name="Google Shape;586;p2"/>
                      <p:cNvGrpSpPr/>
                      <p:nvPr/>
                    </p:nvGrpSpPr>
                    <p:grpSpPr>
                      <a:xfrm>
                        <a:off x="6725822" y="3114343"/>
                        <a:ext cx="890938" cy="1302244"/>
                        <a:chOff x="6725822" y="3114343"/>
                        <a:chExt cx="890938" cy="1302244"/>
                      </a:xfrm>
                    </p:grpSpPr>
                    <p:grpSp>
                      <p:nvGrpSpPr>
                        <p:cNvPr id="587" name="Google Shape;587;p2"/>
                        <p:cNvGrpSpPr/>
                        <p:nvPr/>
                      </p:nvGrpSpPr>
                      <p:grpSpPr>
                        <a:xfrm>
                          <a:off x="6725822" y="3606427"/>
                          <a:ext cx="698527" cy="810160"/>
                          <a:chOff x="6725822" y="3606427"/>
                          <a:chExt cx="698527" cy="810160"/>
                        </a:xfrm>
                      </p:grpSpPr>
                      <p:sp>
                        <p:nvSpPr>
                          <p:cNvPr id="588" name="Google Shape;588;p2"/>
                          <p:cNvSpPr/>
                          <p:nvPr/>
                        </p:nvSpPr>
                        <p:spPr>
                          <a:xfrm>
                            <a:off x="7108887" y="4113037"/>
                            <a:ext cx="259271" cy="160688"/>
                          </a:xfrm>
                          <a:custGeom>
                            <a:rect b="b" l="l" r="r" t="t"/>
                            <a:pathLst>
                              <a:path extrusionOk="0" h="160688" w="259271">
                                <a:moveTo>
                                  <a:pt x="572" y="100823"/>
                                </a:moveTo>
                                <a:cubicBezTo>
                                  <a:pt x="7240" y="143685"/>
                                  <a:pt x="71057" y="169403"/>
                                  <a:pt x="141542" y="157973"/>
                                </a:cubicBezTo>
                                <a:cubicBezTo>
                                  <a:pt x="212980" y="146543"/>
                                  <a:pt x="265367" y="102728"/>
                                  <a:pt x="258700" y="59866"/>
                                </a:cubicBezTo>
                                <a:cubicBezTo>
                                  <a:pt x="252032" y="17003"/>
                                  <a:pt x="188215" y="-8715"/>
                                  <a:pt x="117730" y="2716"/>
                                </a:cubicBezTo>
                                <a:cubicBezTo>
                                  <a:pt x="46292" y="14145"/>
                                  <a:pt x="-6095" y="57960"/>
                                  <a:pt x="572" y="10082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89" name="Google Shape;589;p2"/>
                          <p:cNvSpPr/>
                          <p:nvPr/>
                        </p:nvSpPr>
                        <p:spPr>
                          <a:xfrm>
                            <a:off x="6725822" y="3606427"/>
                            <a:ext cx="698527" cy="810160"/>
                          </a:xfrm>
                          <a:custGeom>
                            <a:rect b="b" l="l" r="r" t="t"/>
                            <a:pathLst>
                              <a:path extrusionOk="0" h="810160" w="698527">
                                <a:moveTo>
                                  <a:pt x="264575" y="215955"/>
                                </a:moveTo>
                                <a:cubicBezTo>
                                  <a:pt x="137893" y="10216"/>
                                  <a:pt x="303628" y="-74557"/>
                                  <a:pt x="533180" y="77843"/>
                                </a:cubicBezTo>
                                <a:lnTo>
                                  <a:pt x="592235" y="134041"/>
                                </a:lnTo>
                                <a:cubicBezTo>
                                  <a:pt x="592235" y="134041"/>
                                  <a:pt x="697962" y="274058"/>
                                  <a:pt x="697962" y="358830"/>
                                </a:cubicBezTo>
                                <a:cubicBezTo>
                                  <a:pt x="697962" y="450270"/>
                                  <a:pt x="589378" y="484560"/>
                                  <a:pt x="482697" y="446460"/>
                                </a:cubicBezTo>
                                <a:cubicBezTo>
                                  <a:pt x="536990" y="548378"/>
                                  <a:pt x="481745" y="636008"/>
                                  <a:pt x="481745" y="636008"/>
                                </a:cubicBezTo>
                                <a:cubicBezTo>
                                  <a:pt x="556040" y="617910"/>
                                  <a:pt x="605570" y="617910"/>
                                  <a:pt x="638908" y="626483"/>
                                </a:cubicBezTo>
                                <a:cubicBezTo>
                                  <a:pt x="695105" y="640770"/>
                                  <a:pt x="717012" y="705541"/>
                                  <a:pt x="680818" y="750308"/>
                                </a:cubicBezTo>
                                <a:cubicBezTo>
                                  <a:pt x="568422" y="890325"/>
                                  <a:pt x="352205" y="740783"/>
                                  <a:pt x="352205" y="740783"/>
                                </a:cubicBezTo>
                                <a:cubicBezTo>
                                  <a:pt x="183612" y="759833"/>
                                  <a:pt x="76933" y="622673"/>
                                  <a:pt x="76933" y="622673"/>
                                </a:cubicBezTo>
                                <a:cubicBezTo>
                                  <a:pt x="-86898" y="440745"/>
                                  <a:pt x="27402" y="179760"/>
                                  <a:pt x="264575" y="215955"/>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sp>
                      <p:nvSpPr>
                        <p:cNvPr id="590" name="Google Shape;590;p2"/>
                        <p:cNvSpPr/>
                        <p:nvPr/>
                      </p:nvSpPr>
                      <p:spPr>
                        <a:xfrm>
                          <a:off x="6759720" y="3114343"/>
                          <a:ext cx="857040" cy="761711"/>
                        </a:xfrm>
                        <a:custGeom>
                          <a:rect b="b" l="l" r="r" t="t"/>
                          <a:pathLst>
                            <a:path extrusionOk="0" h="761711" w="857040">
                              <a:moveTo>
                                <a:pt x="172" y="145111"/>
                              </a:moveTo>
                              <a:lnTo>
                                <a:pt x="172" y="145111"/>
                              </a:lnTo>
                              <a:cubicBezTo>
                                <a:pt x="4934" y="49861"/>
                                <a:pt x="94469" y="-17766"/>
                                <a:pt x="186862" y="4141"/>
                              </a:cubicBezTo>
                              <a:cubicBezTo>
                                <a:pt x="391649" y="52719"/>
                                <a:pt x="715499" y="151779"/>
                                <a:pt x="832657" y="313704"/>
                              </a:cubicBezTo>
                              <a:cubicBezTo>
                                <a:pt x="863137" y="355614"/>
                                <a:pt x="865042" y="411812"/>
                                <a:pt x="838372" y="456579"/>
                              </a:cubicBezTo>
                              <a:cubicBezTo>
                                <a:pt x="797414" y="524207"/>
                                <a:pt x="721214" y="635649"/>
                                <a:pt x="593579" y="736614"/>
                              </a:cubicBezTo>
                              <a:cubicBezTo>
                                <a:pt x="542144" y="777572"/>
                                <a:pt x="467849" y="767094"/>
                                <a:pt x="429749" y="714707"/>
                              </a:cubicBezTo>
                              <a:lnTo>
                                <a:pt x="429749" y="714707"/>
                              </a:lnTo>
                              <a:cubicBezTo>
                                <a:pt x="404984" y="680416"/>
                                <a:pt x="406889" y="640412"/>
                                <a:pt x="430702" y="613741"/>
                              </a:cubicBezTo>
                              <a:lnTo>
                                <a:pt x="575482" y="449912"/>
                              </a:lnTo>
                              <a:cubicBezTo>
                                <a:pt x="575482" y="449912"/>
                                <a:pt x="354502" y="327039"/>
                                <a:pt x="136379" y="304179"/>
                              </a:cubicBezTo>
                              <a:cubicBezTo>
                                <a:pt x="56369" y="295607"/>
                                <a:pt x="-3638" y="226074"/>
                                <a:pt x="172" y="145111"/>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591" name="Google Shape;591;p2"/>
                      <p:cNvGrpSpPr/>
                      <p:nvPr/>
                    </p:nvGrpSpPr>
                    <p:grpSpPr>
                      <a:xfrm>
                        <a:off x="5344133" y="1750350"/>
                        <a:ext cx="1816313" cy="2622334"/>
                        <a:chOff x="5344133" y="1750350"/>
                        <a:chExt cx="1816313" cy="2622334"/>
                      </a:xfrm>
                    </p:grpSpPr>
                    <p:sp>
                      <p:nvSpPr>
                        <p:cNvPr id="592" name="Google Shape;592;p2"/>
                        <p:cNvSpPr/>
                        <p:nvPr/>
                      </p:nvSpPr>
                      <p:spPr>
                        <a:xfrm>
                          <a:off x="5344133" y="2039302"/>
                          <a:ext cx="1816313" cy="2333382"/>
                        </a:xfrm>
                        <a:custGeom>
                          <a:rect b="b" l="l" r="r" t="t"/>
                          <a:pathLst>
                            <a:path extrusionOk="0" h="2333382" w="1816313">
                              <a:moveTo>
                                <a:pt x="1771995" y="1504950"/>
                              </a:moveTo>
                              <a:cubicBezTo>
                                <a:pt x="1808189" y="1202055"/>
                                <a:pt x="1872960" y="758190"/>
                                <a:pt x="1714845" y="432435"/>
                              </a:cubicBezTo>
                              <a:cubicBezTo>
                                <a:pt x="1692937" y="387668"/>
                                <a:pt x="1684364" y="338138"/>
                                <a:pt x="1690080" y="288607"/>
                              </a:cubicBezTo>
                              <a:lnTo>
                                <a:pt x="1706272" y="153352"/>
                              </a:lnTo>
                              <a:lnTo>
                                <a:pt x="1410045" y="118110"/>
                              </a:lnTo>
                              <a:lnTo>
                                <a:pt x="691859" y="33338"/>
                              </a:lnTo>
                              <a:lnTo>
                                <a:pt x="408014" y="0"/>
                              </a:lnTo>
                              <a:lnTo>
                                <a:pt x="394679" y="110490"/>
                              </a:lnTo>
                              <a:cubicBezTo>
                                <a:pt x="388964" y="160973"/>
                                <a:pt x="367057" y="207645"/>
                                <a:pt x="333720" y="246698"/>
                              </a:cubicBezTo>
                              <a:cubicBezTo>
                                <a:pt x="90832" y="524828"/>
                                <a:pt x="66067" y="988695"/>
                                <a:pt x="29872" y="1299210"/>
                              </a:cubicBezTo>
                              <a:cubicBezTo>
                                <a:pt x="-5371" y="1593533"/>
                                <a:pt x="-40613" y="1895475"/>
                                <a:pt x="120359" y="2081213"/>
                              </a:cubicBezTo>
                              <a:cubicBezTo>
                                <a:pt x="231802" y="2209800"/>
                                <a:pt x="439447" y="2260283"/>
                                <a:pt x="794730" y="2303145"/>
                              </a:cubicBezTo>
                              <a:cubicBezTo>
                                <a:pt x="1137630" y="2344103"/>
                                <a:pt x="1348132" y="2352675"/>
                                <a:pt x="1486245" y="2269808"/>
                              </a:cubicBezTo>
                              <a:cubicBezTo>
                                <a:pt x="1714845" y="2133600"/>
                                <a:pt x="1734847" y="1816417"/>
                                <a:pt x="1771995" y="1504950"/>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93" name="Google Shape;593;p2"/>
                        <p:cNvSpPr/>
                        <p:nvPr/>
                      </p:nvSpPr>
                      <p:spPr>
                        <a:xfrm>
                          <a:off x="5743575" y="2041207"/>
                          <a:ext cx="1300162" cy="254317"/>
                        </a:xfrm>
                        <a:custGeom>
                          <a:rect b="b" l="l" r="r" t="t"/>
                          <a:pathLst>
                            <a:path extrusionOk="0" h="254317" w="1300162">
                              <a:moveTo>
                                <a:pt x="1287780" y="254317"/>
                              </a:moveTo>
                              <a:lnTo>
                                <a:pt x="1300163" y="151447"/>
                              </a:lnTo>
                              <a:lnTo>
                                <a:pt x="1005840" y="117157"/>
                              </a:lnTo>
                              <a:lnTo>
                                <a:pt x="293370" y="33338"/>
                              </a:lnTo>
                              <a:lnTo>
                                <a:pt x="12383" y="0"/>
                              </a:lnTo>
                              <a:lnTo>
                                <a:pt x="0" y="105727"/>
                              </a:lnTo>
                              <a:cubicBezTo>
                                <a:pt x="92392" y="100013"/>
                                <a:pt x="1186815" y="244792"/>
                                <a:pt x="1287780" y="254317"/>
                              </a:cubicBezTo>
                              <a:close/>
                            </a:path>
                          </a:pathLst>
                        </a:custGeom>
                        <a:solidFill>
                          <a:schemeClr val="lt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594" name="Google Shape;594;p2"/>
                        <p:cNvGrpSpPr/>
                        <p:nvPr/>
                      </p:nvGrpSpPr>
                      <p:grpSpPr>
                        <a:xfrm>
                          <a:off x="5682270" y="1750350"/>
                          <a:ext cx="1464680" cy="491209"/>
                          <a:chOff x="5682270" y="1750350"/>
                          <a:chExt cx="1464680" cy="491209"/>
                        </a:xfrm>
                      </p:grpSpPr>
                      <p:sp>
                        <p:nvSpPr>
                          <p:cNvPr id="595" name="Google Shape;595;p2"/>
                          <p:cNvSpPr/>
                          <p:nvPr/>
                        </p:nvSpPr>
                        <p:spPr>
                          <a:xfrm>
                            <a:off x="5682270" y="2002763"/>
                            <a:ext cx="1434200" cy="238796"/>
                          </a:xfrm>
                          <a:custGeom>
                            <a:rect b="b" l="l" r="r" t="t"/>
                            <a:pathLst>
                              <a:path extrusionOk="0" h="238796" w="1434200">
                                <a:moveTo>
                                  <a:pt x="1390042" y="238469"/>
                                </a:moveTo>
                                <a:lnTo>
                                  <a:pt x="34634" y="78449"/>
                                </a:lnTo>
                                <a:cubicBezTo>
                                  <a:pt x="12727" y="75592"/>
                                  <a:pt x="-2513" y="56542"/>
                                  <a:pt x="344" y="34634"/>
                                </a:cubicBezTo>
                                <a:lnTo>
                                  <a:pt x="344" y="34634"/>
                                </a:lnTo>
                                <a:cubicBezTo>
                                  <a:pt x="3202" y="12727"/>
                                  <a:pt x="22252" y="-2513"/>
                                  <a:pt x="44159" y="344"/>
                                </a:cubicBezTo>
                                <a:lnTo>
                                  <a:pt x="1399567" y="160364"/>
                                </a:lnTo>
                                <a:cubicBezTo>
                                  <a:pt x="1421474" y="163222"/>
                                  <a:pt x="1436714" y="182272"/>
                                  <a:pt x="1433857" y="204179"/>
                                </a:cubicBezTo>
                                <a:lnTo>
                                  <a:pt x="1433857" y="204179"/>
                                </a:lnTo>
                                <a:cubicBezTo>
                                  <a:pt x="1430999" y="225134"/>
                                  <a:pt x="1411949" y="241327"/>
                                  <a:pt x="1390042" y="238469"/>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96" name="Google Shape;596;p2"/>
                          <p:cNvSpPr/>
                          <p:nvPr/>
                        </p:nvSpPr>
                        <p:spPr>
                          <a:xfrm rot="405102">
                            <a:off x="5739778" y="2034620"/>
                            <a:ext cx="1332761" cy="48550"/>
                          </a:xfrm>
                          <a:custGeom>
                            <a:rect b="b" l="l" r="r" t="t"/>
                            <a:pathLst>
                              <a:path extrusionOk="0" h="48578" w="1333520">
                                <a:moveTo>
                                  <a:pt x="0" y="0"/>
                                </a:moveTo>
                                <a:lnTo>
                                  <a:pt x="1333520" y="0"/>
                                </a:lnTo>
                                <a:lnTo>
                                  <a:pt x="1333520" y="48578"/>
                                </a:lnTo>
                                <a:lnTo>
                                  <a:pt x="0" y="48578"/>
                                </a:lnTo>
                                <a:close/>
                              </a:path>
                            </a:pathLst>
                          </a:custGeom>
                          <a:solidFill>
                            <a:srgbClr val="EAE0A3"/>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97" name="Google Shape;597;p2"/>
                          <p:cNvSpPr/>
                          <p:nvPr/>
                        </p:nvSpPr>
                        <p:spPr>
                          <a:xfrm>
                            <a:off x="5697510" y="1877033"/>
                            <a:ext cx="1433248" cy="238629"/>
                          </a:xfrm>
                          <a:custGeom>
                            <a:rect b="b" l="l" r="r" t="t"/>
                            <a:pathLst>
                              <a:path extrusionOk="0" h="238629" w="1433248">
                                <a:moveTo>
                                  <a:pt x="1390042" y="238469"/>
                                </a:moveTo>
                                <a:lnTo>
                                  <a:pt x="34634" y="78449"/>
                                </a:lnTo>
                                <a:cubicBezTo>
                                  <a:pt x="12727" y="75592"/>
                                  <a:pt x="-2513" y="56542"/>
                                  <a:pt x="344" y="34634"/>
                                </a:cubicBezTo>
                                <a:lnTo>
                                  <a:pt x="344" y="34634"/>
                                </a:lnTo>
                                <a:cubicBezTo>
                                  <a:pt x="3202" y="12727"/>
                                  <a:pt x="22252" y="-2513"/>
                                  <a:pt x="44159" y="344"/>
                                </a:cubicBezTo>
                                <a:lnTo>
                                  <a:pt x="1398614" y="160364"/>
                                </a:lnTo>
                                <a:cubicBezTo>
                                  <a:pt x="1420522" y="163222"/>
                                  <a:pt x="1435762" y="182272"/>
                                  <a:pt x="1432904" y="204179"/>
                                </a:cubicBezTo>
                                <a:lnTo>
                                  <a:pt x="1432904" y="204179"/>
                                </a:lnTo>
                                <a:cubicBezTo>
                                  <a:pt x="1430999" y="225134"/>
                                  <a:pt x="1410997" y="240374"/>
                                  <a:pt x="1390042" y="238469"/>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98" name="Google Shape;598;p2"/>
                          <p:cNvSpPr/>
                          <p:nvPr/>
                        </p:nvSpPr>
                        <p:spPr>
                          <a:xfrm rot="405102">
                            <a:off x="5754993" y="1908926"/>
                            <a:ext cx="1332761" cy="48550"/>
                          </a:xfrm>
                          <a:custGeom>
                            <a:rect b="b" l="l" r="r" t="t"/>
                            <a:pathLst>
                              <a:path extrusionOk="0" h="48578" w="1333520">
                                <a:moveTo>
                                  <a:pt x="0" y="0"/>
                                </a:moveTo>
                                <a:lnTo>
                                  <a:pt x="1333520" y="0"/>
                                </a:lnTo>
                                <a:lnTo>
                                  <a:pt x="1333520" y="48578"/>
                                </a:lnTo>
                                <a:lnTo>
                                  <a:pt x="0" y="48578"/>
                                </a:lnTo>
                                <a:close/>
                              </a:path>
                            </a:pathLst>
                          </a:custGeom>
                          <a:solidFill>
                            <a:srgbClr val="EAE0A3"/>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599" name="Google Shape;599;p2"/>
                          <p:cNvSpPr/>
                          <p:nvPr/>
                        </p:nvSpPr>
                        <p:spPr>
                          <a:xfrm rot="405102">
                            <a:off x="5739778" y="2034620"/>
                            <a:ext cx="1332761" cy="48550"/>
                          </a:xfrm>
                          <a:custGeom>
                            <a:rect b="b" l="l" r="r" t="t"/>
                            <a:pathLst>
                              <a:path extrusionOk="0" h="48578" w="1333520">
                                <a:moveTo>
                                  <a:pt x="0" y="0"/>
                                </a:moveTo>
                                <a:lnTo>
                                  <a:pt x="1333520" y="0"/>
                                </a:lnTo>
                                <a:lnTo>
                                  <a:pt x="1333520" y="48578"/>
                                </a:lnTo>
                                <a:lnTo>
                                  <a:pt x="0" y="48578"/>
                                </a:lnTo>
                                <a:close/>
                              </a:path>
                            </a:pathLst>
                          </a:custGeom>
                          <a:solidFill>
                            <a:schemeClr val="lt2"/>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0" name="Google Shape;600;p2"/>
                          <p:cNvSpPr/>
                          <p:nvPr/>
                        </p:nvSpPr>
                        <p:spPr>
                          <a:xfrm rot="405102">
                            <a:off x="5754993" y="1908926"/>
                            <a:ext cx="1332761" cy="48550"/>
                          </a:xfrm>
                          <a:custGeom>
                            <a:rect b="b" l="l" r="r" t="t"/>
                            <a:pathLst>
                              <a:path extrusionOk="0" h="48578" w="1333520">
                                <a:moveTo>
                                  <a:pt x="0" y="0"/>
                                </a:moveTo>
                                <a:lnTo>
                                  <a:pt x="1333520" y="0"/>
                                </a:lnTo>
                                <a:lnTo>
                                  <a:pt x="1333520" y="48578"/>
                                </a:lnTo>
                                <a:lnTo>
                                  <a:pt x="0" y="48578"/>
                                </a:lnTo>
                                <a:close/>
                              </a:path>
                            </a:pathLst>
                          </a:custGeom>
                          <a:solidFill>
                            <a:schemeClr val="lt2"/>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1" name="Google Shape;601;p2"/>
                          <p:cNvSpPr/>
                          <p:nvPr/>
                        </p:nvSpPr>
                        <p:spPr>
                          <a:xfrm>
                            <a:off x="5712750" y="1750350"/>
                            <a:ext cx="1434200" cy="238813"/>
                          </a:xfrm>
                          <a:custGeom>
                            <a:rect b="b" l="l" r="r" t="t"/>
                            <a:pathLst>
                              <a:path extrusionOk="0" h="238813" w="1434200">
                                <a:moveTo>
                                  <a:pt x="1389089" y="238469"/>
                                </a:moveTo>
                                <a:lnTo>
                                  <a:pt x="34634" y="78449"/>
                                </a:lnTo>
                                <a:cubicBezTo>
                                  <a:pt x="12727" y="75592"/>
                                  <a:pt x="-2513" y="56542"/>
                                  <a:pt x="344" y="34634"/>
                                </a:cubicBezTo>
                                <a:lnTo>
                                  <a:pt x="344" y="34634"/>
                                </a:lnTo>
                                <a:cubicBezTo>
                                  <a:pt x="3202" y="12727"/>
                                  <a:pt x="22252" y="-2513"/>
                                  <a:pt x="44159" y="344"/>
                                </a:cubicBezTo>
                                <a:lnTo>
                                  <a:pt x="1399567" y="160364"/>
                                </a:lnTo>
                                <a:cubicBezTo>
                                  <a:pt x="1421474" y="163222"/>
                                  <a:pt x="1436714" y="182272"/>
                                  <a:pt x="1433857" y="204179"/>
                                </a:cubicBezTo>
                                <a:lnTo>
                                  <a:pt x="1433857" y="204179"/>
                                </a:lnTo>
                                <a:cubicBezTo>
                                  <a:pt x="1430999" y="226087"/>
                                  <a:pt x="1410997" y="241327"/>
                                  <a:pt x="1389089" y="238469"/>
                                </a:cubicBezTo>
                                <a:close/>
                              </a:path>
                            </a:pathLst>
                          </a:custGeom>
                          <a:solidFill>
                            <a:schemeClr val="lt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grpSp>
                  <p:nvGrpSpPr>
                    <p:cNvPr id="602" name="Google Shape;602;p2"/>
                    <p:cNvGrpSpPr/>
                    <p:nvPr/>
                  </p:nvGrpSpPr>
                  <p:grpSpPr>
                    <a:xfrm>
                      <a:off x="5402460" y="2692412"/>
                      <a:ext cx="1697496" cy="1617271"/>
                      <a:chOff x="5402460" y="2692412"/>
                      <a:chExt cx="1697496" cy="1617271"/>
                    </a:xfrm>
                  </p:grpSpPr>
                  <p:sp>
                    <p:nvSpPr>
                      <p:cNvPr id="603" name="Google Shape;603;p2"/>
                      <p:cNvSpPr/>
                      <p:nvPr/>
                    </p:nvSpPr>
                    <p:spPr>
                      <a:xfrm>
                        <a:off x="5513070" y="2692412"/>
                        <a:ext cx="802004" cy="180327"/>
                      </a:xfrm>
                      <a:custGeom>
                        <a:rect b="b" l="l" r="r" t="t"/>
                        <a:pathLst>
                          <a:path extrusionOk="0" h="180327" w="802004">
                            <a:moveTo>
                              <a:pt x="802005" y="142228"/>
                            </a:moveTo>
                            <a:cubicBezTo>
                              <a:pt x="599122" y="159372"/>
                              <a:pt x="331470" y="180328"/>
                              <a:pt x="296227" y="180328"/>
                            </a:cubicBezTo>
                            <a:cubicBezTo>
                              <a:pt x="240030" y="179375"/>
                              <a:pt x="184785" y="176517"/>
                              <a:pt x="129540" y="166040"/>
                            </a:cubicBezTo>
                            <a:cubicBezTo>
                              <a:pt x="103822" y="161278"/>
                              <a:pt x="78105" y="154610"/>
                              <a:pt x="52388" y="146037"/>
                            </a:cubicBezTo>
                            <a:cubicBezTo>
                              <a:pt x="40958" y="142228"/>
                              <a:pt x="29527" y="137465"/>
                              <a:pt x="18097" y="131750"/>
                            </a:cubicBezTo>
                            <a:cubicBezTo>
                              <a:pt x="12383" y="128892"/>
                              <a:pt x="5715" y="125082"/>
                              <a:pt x="0" y="122225"/>
                            </a:cubicBezTo>
                            <a:cubicBezTo>
                              <a:pt x="0" y="122225"/>
                              <a:pt x="0" y="121272"/>
                              <a:pt x="0" y="121272"/>
                            </a:cubicBezTo>
                            <a:cubicBezTo>
                              <a:pt x="11430" y="69837"/>
                              <a:pt x="51435" y="29832"/>
                              <a:pt x="102870" y="18403"/>
                            </a:cubicBezTo>
                            <a:cubicBezTo>
                              <a:pt x="141922" y="9830"/>
                              <a:pt x="185738" y="1257"/>
                              <a:pt x="214313" y="305"/>
                            </a:cubicBezTo>
                            <a:cubicBezTo>
                              <a:pt x="340042" y="-3505"/>
                              <a:pt x="465772" y="28880"/>
                              <a:pt x="583883" y="69837"/>
                            </a:cubicBezTo>
                            <a:cubicBezTo>
                              <a:pt x="605790" y="76505"/>
                              <a:pt x="694373" y="106985"/>
                              <a:pt x="802005" y="142228"/>
                            </a:cubicBezTo>
                            <a:close/>
                          </a:path>
                        </a:pathLst>
                      </a:custGeom>
                      <a:solidFill>
                        <a:srgbClr val="F5BA00"/>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4" name="Google Shape;604;p2"/>
                      <p:cNvSpPr/>
                      <p:nvPr/>
                    </p:nvSpPr>
                    <p:spPr>
                      <a:xfrm>
                        <a:off x="5402460" y="2811779"/>
                        <a:ext cx="1697474" cy="1497904"/>
                      </a:xfrm>
                      <a:custGeom>
                        <a:rect b="b" l="l" r="r" t="t"/>
                        <a:pathLst>
                          <a:path extrusionOk="0" h="1497904" w="1697474">
                            <a:moveTo>
                              <a:pt x="1697475" y="189548"/>
                            </a:moveTo>
                            <a:cubicBezTo>
                              <a:pt x="1695570" y="311467"/>
                              <a:pt x="1684140" y="432435"/>
                              <a:pt x="1671757" y="542925"/>
                            </a:cubicBezTo>
                            <a:cubicBezTo>
                              <a:pt x="1671757" y="543878"/>
                              <a:pt x="1671757" y="545783"/>
                              <a:pt x="1671757" y="546735"/>
                            </a:cubicBezTo>
                            <a:cubicBezTo>
                              <a:pt x="1666042" y="598170"/>
                              <a:pt x="1660327" y="645795"/>
                              <a:pt x="1654612" y="691515"/>
                            </a:cubicBezTo>
                            <a:cubicBezTo>
                              <a:pt x="1619370" y="993458"/>
                              <a:pt x="1598415" y="1301115"/>
                              <a:pt x="1384102" y="1435418"/>
                            </a:cubicBezTo>
                            <a:cubicBezTo>
                              <a:pt x="1262182" y="1511618"/>
                              <a:pt x="1079302" y="1508760"/>
                              <a:pt x="787837" y="1476375"/>
                            </a:cubicBezTo>
                            <a:cubicBezTo>
                              <a:pt x="772597" y="1474470"/>
                              <a:pt x="758310" y="1472565"/>
                              <a:pt x="742117" y="1470660"/>
                            </a:cubicBezTo>
                            <a:cubicBezTo>
                              <a:pt x="725925" y="1468755"/>
                              <a:pt x="710685" y="1466850"/>
                              <a:pt x="695445" y="1464945"/>
                            </a:cubicBezTo>
                            <a:cubicBezTo>
                              <a:pt x="403980" y="1428750"/>
                              <a:pt x="225862" y="1389698"/>
                              <a:pt x="124897" y="1285875"/>
                            </a:cubicBezTo>
                            <a:cubicBezTo>
                              <a:pt x="-52268" y="1105852"/>
                              <a:pt x="120" y="801052"/>
                              <a:pt x="36315" y="499110"/>
                            </a:cubicBezTo>
                            <a:cubicBezTo>
                              <a:pt x="41077" y="454342"/>
                              <a:pt x="46792" y="406717"/>
                              <a:pt x="53460" y="357188"/>
                            </a:cubicBezTo>
                            <a:cubicBezTo>
                              <a:pt x="66795" y="244792"/>
                              <a:pt x="83940" y="121920"/>
                              <a:pt x="111562" y="0"/>
                            </a:cubicBezTo>
                            <a:cubicBezTo>
                              <a:pt x="118230" y="2858"/>
                              <a:pt x="123945" y="6667"/>
                              <a:pt x="129660" y="9525"/>
                            </a:cubicBezTo>
                            <a:cubicBezTo>
                              <a:pt x="140137" y="15240"/>
                              <a:pt x="151567" y="20003"/>
                              <a:pt x="163950" y="23813"/>
                            </a:cubicBezTo>
                            <a:cubicBezTo>
                              <a:pt x="188715" y="32385"/>
                              <a:pt x="214432" y="39053"/>
                              <a:pt x="241102" y="43815"/>
                            </a:cubicBezTo>
                            <a:cubicBezTo>
                              <a:pt x="296347" y="54292"/>
                              <a:pt x="351592" y="58103"/>
                              <a:pt x="407790" y="58103"/>
                            </a:cubicBezTo>
                            <a:cubicBezTo>
                              <a:pt x="443032" y="58103"/>
                              <a:pt x="710685" y="37148"/>
                              <a:pt x="913567" y="20003"/>
                            </a:cubicBezTo>
                            <a:cubicBezTo>
                              <a:pt x="1106925" y="83820"/>
                              <a:pt x="1362195" y="166688"/>
                              <a:pt x="1396485" y="175260"/>
                            </a:cubicBezTo>
                            <a:cubicBezTo>
                              <a:pt x="1450777" y="187642"/>
                              <a:pt x="1506022" y="197167"/>
                              <a:pt x="1562220" y="200025"/>
                            </a:cubicBezTo>
                            <a:cubicBezTo>
                              <a:pt x="1588890" y="200978"/>
                              <a:pt x="1615560" y="200978"/>
                              <a:pt x="1642230" y="198120"/>
                            </a:cubicBezTo>
                            <a:cubicBezTo>
                              <a:pt x="1654612" y="197167"/>
                              <a:pt x="1666995" y="195263"/>
                              <a:pt x="1678425" y="192405"/>
                            </a:cubicBezTo>
                            <a:cubicBezTo>
                              <a:pt x="1684140" y="193358"/>
                              <a:pt x="1690807" y="191453"/>
                              <a:pt x="1697475" y="189548"/>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5" name="Google Shape;605;p2"/>
                      <p:cNvSpPr/>
                      <p:nvPr/>
                    </p:nvSpPr>
                    <p:spPr>
                      <a:xfrm>
                        <a:off x="6315075" y="2804688"/>
                        <a:ext cx="784881" cy="209591"/>
                      </a:xfrm>
                      <a:custGeom>
                        <a:rect b="b" l="l" r="r" t="t"/>
                        <a:pathLst>
                          <a:path extrusionOk="0" h="209591" w="784881">
                            <a:moveTo>
                              <a:pt x="784860" y="195687"/>
                            </a:moveTo>
                            <a:lnTo>
                              <a:pt x="784860" y="195687"/>
                            </a:lnTo>
                            <a:cubicBezTo>
                              <a:pt x="778193" y="197592"/>
                              <a:pt x="771525" y="200449"/>
                              <a:pt x="764857" y="201402"/>
                            </a:cubicBezTo>
                            <a:cubicBezTo>
                              <a:pt x="753428" y="204259"/>
                              <a:pt x="741045" y="206164"/>
                              <a:pt x="728663" y="207117"/>
                            </a:cubicBezTo>
                            <a:cubicBezTo>
                              <a:pt x="701993" y="209974"/>
                              <a:pt x="675322" y="209974"/>
                              <a:pt x="648653" y="209022"/>
                            </a:cubicBezTo>
                            <a:cubicBezTo>
                              <a:pt x="592455" y="206164"/>
                              <a:pt x="537210" y="196639"/>
                              <a:pt x="482918" y="184257"/>
                            </a:cubicBezTo>
                            <a:cubicBezTo>
                              <a:pt x="448628" y="176637"/>
                              <a:pt x="193357" y="92817"/>
                              <a:pt x="0" y="28999"/>
                            </a:cubicBezTo>
                            <a:cubicBezTo>
                              <a:pt x="113347" y="19474"/>
                              <a:pt x="205740" y="11854"/>
                              <a:pt x="228600" y="8997"/>
                            </a:cubicBezTo>
                            <a:cubicBezTo>
                              <a:pt x="353378" y="-4338"/>
                              <a:pt x="482918" y="-6243"/>
                              <a:pt x="603885" y="27094"/>
                            </a:cubicBezTo>
                            <a:cubicBezTo>
                              <a:pt x="632460" y="34714"/>
                              <a:pt x="672465" y="52812"/>
                              <a:pt x="707707" y="70909"/>
                            </a:cubicBezTo>
                            <a:cubicBezTo>
                              <a:pt x="755332" y="94722"/>
                              <a:pt x="785813" y="143299"/>
                              <a:pt x="784860" y="195687"/>
                            </a:cubicBezTo>
                            <a:close/>
                          </a:path>
                        </a:pathLst>
                      </a:custGeom>
                      <a:solidFill>
                        <a:srgbClr val="F5BA00"/>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6" name="Google Shape;606;p2"/>
                      <p:cNvSpPr/>
                      <p:nvPr/>
                    </p:nvSpPr>
                    <p:spPr>
                      <a:xfrm>
                        <a:off x="5513070" y="2692412"/>
                        <a:ext cx="802004" cy="180327"/>
                      </a:xfrm>
                      <a:custGeom>
                        <a:rect b="b" l="l" r="r" t="t"/>
                        <a:pathLst>
                          <a:path extrusionOk="0" h="180327" w="802004">
                            <a:moveTo>
                              <a:pt x="802005" y="142228"/>
                            </a:moveTo>
                            <a:cubicBezTo>
                              <a:pt x="599122" y="159372"/>
                              <a:pt x="331470" y="180328"/>
                              <a:pt x="296227" y="180328"/>
                            </a:cubicBezTo>
                            <a:cubicBezTo>
                              <a:pt x="240030" y="179375"/>
                              <a:pt x="184785" y="176517"/>
                              <a:pt x="129540" y="166040"/>
                            </a:cubicBezTo>
                            <a:cubicBezTo>
                              <a:pt x="103822" y="161278"/>
                              <a:pt x="78105" y="154610"/>
                              <a:pt x="52388" y="146037"/>
                            </a:cubicBezTo>
                            <a:cubicBezTo>
                              <a:pt x="40958" y="142228"/>
                              <a:pt x="29527" y="137465"/>
                              <a:pt x="18097" y="131750"/>
                            </a:cubicBezTo>
                            <a:cubicBezTo>
                              <a:pt x="12383" y="128892"/>
                              <a:pt x="5715" y="125082"/>
                              <a:pt x="0" y="122225"/>
                            </a:cubicBezTo>
                            <a:cubicBezTo>
                              <a:pt x="0" y="122225"/>
                              <a:pt x="0" y="121272"/>
                              <a:pt x="0" y="121272"/>
                            </a:cubicBezTo>
                            <a:cubicBezTo>
                              <a:pt x="11430" y="69837"/>
                              <a:pt x="51435" y="29832"/>
                              <a:pt x="102870" y="18403"/>
                            </a:cubicBezTo>
                            <a:cubicBezTo>
                              <a:pt x="141922" y="9830"/>
                              <a:pt x="185738" y="1257"/>
                              <a:pt x="214313" y="305"/>
                            </a:cubicBezTo>
                            <a:cubicBezTo>
                              <a:pt x="340042" y="-3505"/>
                              <a:pt x="465772" y="28880"/>
                              <a:pt x="583883" y="69837"/>
                            </a:cubicBezTo>
                            <a:cubicBezTo>
                              <a:pt x="605790" y="76505"/>
                              <a:pt x="694373" y="106985"/>
                              <a:pt x="802005" y="142228"/>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07" name="Google Shape;607;p2"/>
                      <p:cNvSpPr/>
                      <p:nvPr/>
                    </p:nvSpPr>
                    <p:spPr>
                      <a:xfrm>
                        <a:off x="6315075" y="2804688"/>
                        <a:ext cx="784881" cy="209591"/>
                      </a:xfrm>
                      <a:custGeom>
                        <a:rect b="b" l="l" r="r" t="t"/>
                        <a:pathLst>
                          <a:path extrusionOk="0" h="209591" w="784881">
                            <a:moveTo>
                              <a:pt x="784860" y="195687"/>
                            </a:moveTo>
                            <a:lnTo>
                              <a:pt x="784860" y="195687"/>
                            </a:lnTo>
                            <a:cubicBezTo>
                              <a:pt x="778193" y="197592"/>
                              <a:pt x="771525" y="200449"/>
                              <a:pt x="764857" y="201402"/>
                            </a:cubicBezTo>
                            <a:cubicBezTo>
                              <a:pt x="753428" y="204259"/>
                              <a:pt x="741045" y="206164"/>
                              <a:pt x="728663" y="207117"/>
                            </a:cubicBezTo>
                            <a:cubicBezTo>
                              <a:pt x="701993" y="209974"/>
                              <a:pt x="675322" y="209974"/>
                              <a:pt x="648653" y="209022"/>
                            </a:cubicBezTo>
                            <a:cubicBezTo>
                              <a:pt x="592455" y="206164"/>
                              <a:pt x="537210" y="196639"/>
                              <a:pt x="482918" y="184257"/>
                            </a:cubicBezTo>
                            <a:cubicBezTo>
                              <a:pt x="448628" y="176637"/>
                              <a:pt x="193357" y="92817"/>
                              <a:pt x="0" y="28999"/>
                            </a:cubicBezTo>
                            <a:cubicBezTo>
                              <a:pt x="113347" y="19474"/>
                              <a:pt x="205740" y="11854"/>
                              <a:pt x="228600" y="8997"/>
                            </a:cubicBezTo>
                            <a:cubicBezTo>
                              <a:pt x="353378" y="-4338"/>
                              <a:pt x="482918" y="-6243"/>
                              <a:pt x="603885" y="27094"/>
                            </a:cubicBezTo>
                            <a:cubicBezTo>
                              <a:pt x="632460" y="34714"/>
                              <a:pt x="672465" y="52812"/>
                              <a:pt x="707707" y="70909"/>
                            </a:cubicBezTo>
                            <a:cubicBezTo>
                              <a:pt x="755332" y="94722"/>
                              <a:pt x="785813" y="143299"/>
                              <a:pt x="784860" y="195687"/>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nvGrpSpPr>
                  <p:cNvPr id="608" name="Google Shape;608;p2"/>
                  <p:cNvGrpSpPr/>
                  <p:nvPr/>
                </p:nvGrpSpPr>
                <p:grpSpPr>
                  <a:xfrm>
                    <a:off x="5880137" y="2526665"/>
                    <a:ext cx="767360" cy="879213"/>
                    <a:chOff x="5880137" y="2526665"/>
                    <a:chExt cx="767360" cy="879213"/>
                  </a:xfrm>
                </p:grpSpPr>
                <p:grpSp>
                  <p:nvGrpSpPr>
                    <p:cNvPr id="609" name="Google Shape;609;p2"/>
                    <p:cNvGrpSpPr/>
                    <p:nvPr/>
                  </p:nvGrpSpPr>
                  <p:grpSpPr>
                    <a:xfrm>
                      <a:off x="6269710" y="2659717"/>
                      <a:ext cx="363923" cy="746161"/>
                      <a:chOff x="6269710" y="2659717"/>
                      <a:chExt cx="363923" cy="746161"/>
                    </a:xfrm>
                  </p:grpSpPr>
                  <p:sp>
                    <p:nvSpPr>
                      <p:cNvPr id="610" name="Google Shape;610;p2"/>
                      <p:cNvSpPr/>
                      <p:nvPr/>
                    </p:nvSpPr>
                    <p:spPr>
                      <a:xfrm>
                        <a:off x="6269710" y="2659717"/>
                        <a:ext cx="363922" cy="746161"/>
                      </a:xfrm>
                      <a:custGeom>
                        <a:rect b="b" l="l" r="r" t="t"/>
                        <a:pathLst>
                          <a:path extrusionOk="0" h="746161" w="363922">
                            <a:moveTo>
                              <a:pt x="4407" y="331133"/>
                            </a:moveTo>
                            <a:cubicBezTo>
                              <a:pt x="-17501" y="535920"/>
                              <a:pt x="44412" y="720705"/>
                              <a:pt x="142520" y="743565"/>
                            </a:cubicBezTo>
                            <a:cubicBezTo>
                              <a:pt x="161570" y="748328"/>
                              <a:pt x="180620" y="746423"/>
                              <a:pt x="198717" y="738803"/>
                            </a:cubicBezTo>
                            <a:cubicBezTo>
                              <a:pt x="275870" y="707370"/>
                              <a:pt x="342545" y="579735"/>
                              <a:pt x="359690" y="414953"/>
                            </a:cubicBezTo>
                            <a:cubicBezTo>
                              <a:pt x="376834" y="250170"/>
                              <a:pt x="340640" y="97770"/>
                              <a:pt x="273965" y="33000"/>
                            </a:cubicBezTo>
                            <a:cubicBezTo>
                              <a:pt x="257772" y="17760"/>
                              <a:pt x="240627" y="7283"/>
                              <a:pt x="221577" y="2520"/>
                            </a:cubicBezTo>
                            <a:cubicBezTo>
                              <a:pt x="123470" y="-21292"/>
                              <a:pt x="26315" y="126345"/>
                              <a:pt x="4407" y="33113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11" name="Google Shape;611;p2"/>
                      <p:cNvSpPr/>
                      <p:nvPr/>
                    </p:nvSpPr>
                    <p:spPr>
                      <a:xfrm>
                        <a:off x="6378819" y="2691765"/>
                        <a:ext cx="254814" cy="705802"/>
                      </a:xfrm>
                      <a:custGeom>
                        <a:rect b="b" l="l" r="r" t="t"/>
                        <a:pathLst>
                          <a:path extrusionOk="0" h="705802" w="254814">
                            <a:moveTo>
                              <a:pt x="141043" y="369570"/>
                            </a:moveTo>
                            <a:lnTo>
                              <a:pt x="74" y="396240"/>
                            </a:lnTo>
                            <a:cubicBezTo>
                              <a:pt x="-1832" y="532447"/>
                              <a:pt x="33411" y="650557"/>
                              <a:pt x="89608" y="705802"/>
                            </a:cubicBezTo>
                            <a:cubicBezTo>
                              <a:pt x="166761" y="674370"/>
                              <a:pt x="233436" y="546735"/>
                              <a:pt x="250581" y="381952"/>
                            </a:cubicBezTo>
                            <a:cubicBezTo>
                              <a:pt x="267726" y="217170"/>
                              <a:pt x="231531" y="64770"/>
                              <a:pt x="164856" y="0"/>
                            </a:cubicBezTo>
                            <a:cubicBezTo>
                              <a:pt x="97228" y="27622"/>
                              <a:pt x="37221" y="130492"/>
                              <a:pt x="12456" y="267652"/>
                            </a:cubicBezTo>
                            <a:cubicBezTo>
                              <a:pt x="65796" y="310515"/>
                              <a:pt x="141043" y="369570"/>
                              <a:pt x="141043" y="369570"/>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612" name="Google Shape;612;p2"/>
                    <p:cNvGrpSpPr/>
                    <p:nvPr/>
                  </p:nvGrpSpPr>
                  <p:grpSpPr>
                    <a:xfrm>
                      <a:off x="5880137" y="2608455"/>
                      <a:ext cx="363923" cy="745988"/>
                      <a:chOff x="5880137" y="2608455"/>
                      <a:chExt cx="363923" cy="745988"/>
                    </a:xfrm>
                  </p:grpSpPr>
                  <p:sp>
                    <p:nvSpPr>
                      <p:cNvPr id="613" name="Google Shape;613;p2"/>
                      <p:cNvSpPr/>
                      <p:nvPr/>
                    </p:nvSpPr>
                    <p:spPr>
                      <a:xfrm>
                        <a:off x="5880137" y="2608455"/>
                        <a:ext cx="363922" cy="745988"/>
                      </a:xfrm>
                      <a:custGeom>
                        <a:rect b="b" l="l" r="r" t="t"/>
                        <a:pathLst>
                          <a:path extrusionOk="0" h="745988" w="363922">
                            <a:moveTo>
                              <a:pt x="4407" y="330960"/>
                            </a:moveTo>
                            <a:cubicBezTo>
                              <a:pt x="-17500" y="535747"/>
                              <a:pt x="44412" y="720532"/>
                              <a:pt x="142520" y="743392"/>
                            </a:cubicBezTo>
                            <a:cubicBezTo>
                              <a:pt x="161570" y="748154"/>
                              <a:pt x="180620" y="746249"/>
                              <a:pt x="198717" y="738629"/>
                            </a:cubicBezTo>
                            <a:cubicBezTo>
                              <a:pt x="275869" y="707197"/>
                              <a:pt x="342544" y="579562"/>
                              <a:pt x="359690" y="414779"/>
                            </a:cubicBezTo>
                            <a:cubicBezTo>
                              <a:pt x="376834" y="249997"/>
                              <a:pt x="340640" y="97597"/>
                              <a:pt x="273965" y="32827"/>
                            </a:cubicBezTo>
                            <a:cubicBezTo>
                              <a:pt x="257772" y="17587"/>
                              <a:pt x="240627" y="7110"/>
                              <a:pt x="221577" y="2347"/>
                            </a:cubicBezTo>
                            <a:cubicBezTo>
                              <a:pt x="123470" y="-20513"/>
                              <a:pt x="26315" y="126172"/>
                              <a:pt x="4407" y="330960"/>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14" name="Google Shape;614;p2"/>
                      <p:cNvSpPr/>
                      <p:nvPr/>
                    </p:nvSpPr>
                    <p:spPr>
                      <a:xfrm>
                        <a:off x="5989246" y="2641282"/>
                        <a:ext cx="254814" cy="705802"/>
                      </a:xfrm>
                      <a:custGeom>
                        <a:rect b="b" l="l" r="r" t="t"/>
                        <a:pathLst>
                          <a:path extrusionOk="0" h="705802" w="254814">
                            <a:moveTo>
                              <a:pt x="141044" y="369570"/>
                            </a:moveTo>
                            <a:lnTo>
                              <a:pt x="74" y="396240"/>
                            </a:lnTo>
                            <a:cubicBezTo>
                              <a:pt x="-1831" y="532447"/>
                              <a:pt x="33411" y="650558"/>
                              <a:pt x="89608" y="705802"/>
                            </a:cubicBezTo>
                            <a:cubicBezTo>
                              <a:pt x="166761" y="674370"/>
                              <a:pt x="233436" y="546735"/>
                              <a:pt x="250581" y="381952"/>
                            </a:cubicBezTo>
                            <a:cubicBezTo>
                              <a:pt x="267726" y="217170"/>
                              <a:pt x="231531" y="64770"/>
                              <a:pt x="164856" y="0"/>
                            </a:cubicBezTo>
                            <a:cubicBezTo>
                              <a:pt x="97229" y="27622"/>
                              <a:pt x="37221" y="130492"/>
                              <a:pt x="12456" y="267652"/>
                            </a:cubicBezTo>
                            <a:cubicBezTo>
                              <a:pt x="66749" y="309563"/>
                              <a:pt x="141044" y="369570"/>
                              <a:pt x="141044" y="369570"/>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sp>
                  <p:nvSpPr>
                    <p:cNvPr id="615" name="Google Shape;615;p2"/>
                    <p:cNvSpPr/>
                    <p:nvPr/>
                  </p:nvSpPr>
                  <p:spPr>
                    <a:xfrm>
                      <a:off x="6476047" y="2572688"/>
                      <a:ext cx="171450" cy="134316"/>
                    </a:xfrm>
                    <a:custGeom>
                      <a:rect b="b" l="l" r="r" t="t"/>
                      <a:pathLst>
                        <a:path extrusionOk="0" h="134316" w="171450">
                          <a:moveTo>
                            <a:pt x="171450" y="134317"/>
                          </a:moveTo>
                          <a:cubicBezTo>
                            <a:pt x="145733" y="45734"/>
                            <a:pt x="89535" y="-938"/>
                            <a:pt x="0" y="14"/>
                          </a:cubicBezTo>
                        </a:path>
                      </a:pathLst>
                    </a:custGeom>
                    <a:no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16" name="Google Shape;616;p2"/>
                    <p:cNvSpPr/>
                    <p:nvPr/>
                  </p:nvSpPr>
                  <p:spPr>
                    <a:xfrm>
                      <a:off x="5909309" y="2526665"/>
                      <a:ext cx="191452" cy="106044"/>
                    </a:xfrm>
                    <a:custGeom>
                      <a:rect b="b" l="l" r="r" t="t"/>
                      <a:pathLst>
                        <a:path extrusionOk="0" h="106044" w="191452">
                          <a:moveTo>
                            <a:pt x="191453" y="2222"/>
                          </a:moveTo>
                          <a:cubicBezTo>
                            <a:pt x="100013" y="-9208"/>
                            <a:pt x="34290" y="23177"/>
                            <a:pt x="0" y="106044"/>
                          </a:cubicBezTo>
                        </a:path>
                      </a:pathLst>
                    </a:custGeom>
                    <a:no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sp>
                <p:nvSpPr>
                  <p:cNvPr id="617" name="Google Shape;617;p2"/>
                  <p:cNvSpPr/>
                  <p:nvPr/>
                </p:nvSpPr>
                <p:spPr>
                  <a:xfrm>
                    <a:off x="6647736" y="3310291"/>
                    <a:ext cx="271936" cy="149704"/>
                  </a:xfrm>
                  <a:custGeom>
                    <a:rect b="b" l="l" r="r" t="t"/>
                    <a:pathLst>
                      <a:path extrusionOk="0" h="149704" w="271936">
                        <a:moveTo>
                          <a:pt x="713" y="52986"/>
                        </a:moveTo>
                        <a:cubicBezTo>
                          <a:pt x="-6906" y="92991"/>
                          <a:pt x="47386" y="134901"/>
                          <a:pt x="121681" y="146331"/>
                        </a:cubicBezTo>
                        <a:cubicBezTo>
                          <a:pt x="195976" y="158713"/>
                          <a:pt x="263604" y="135853"/>
                          <a:pt x="271223" y="96801"/>
                        </a:cubicBezTo>
                        <a:cubicBezTo>
                          <a:pt x="278844" y="56796"/>
                          <a:pt x="224551" y="14886"/>
                          <a:pt x="150256" y="3456"/>
                        </a:cubicBezTo>
                        <a:cubicBezTo>
                          <a:pt x="75008" y="-8927"/>
                          <a:pt x="8333" y="12981"/>
                          <a:pt x="713" y="52986"/>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18" name="Google Shape;618;p2"/>
                  <p:cNvSpPr/>
                  <p:nvPr/>
                </p:nvSpPr>
                <p:spPr>
                  <a:xfrm>
                    <a:off x="5554266" y="3212184"/>
                    <a:ext cx="271937" cy="149704"/>
                  </a:xfrm>
                  <a:custGeom>
                    <a:rect b="b" l="l" r="r" t="t"/>
                    <a:pathLst>
                      <a:path extrusionOk="0" h="149704" w="271937">
                        <a:moveTo>
                          <a:pt x="713" y="52986"/>
                        </a:moveTo>
                        <a:cubicBezTo>
                          <a:pt x="-6907" y="92991"/>
                          <a:pt x="47386" y="134900"/>
                          <a:pt x="121681" y="146331"/>
                        </a:cubicBezTo>
                        <a:cubicBezTo>
                          <a:pt x="195976" y="158713"/>
                          <a:pt x="263604" y="135853"/>
                          <a:pt x="271224" y="96800"/>
                        </a:cubicBezTo>
                        <a:cubicBezTo>
                          <a:pt x="278843" y="56796"/>
                          <a:pt x="224551" y="14886"/>
                          <a:pt x="150256" y="3456"/>
                        </a:cubicBezTo>
                        <a:cubicBezTo>
                          <a:pt x="75009" y="-8927"/>
                          <a:pt x="8334" y="12981"/>
                          <a:pt x="713" y="52986"/>
                        </a:cubicBezTo>
                        <a:close/>
                      </a:path>
                    </a:pathLst>
                  </a:custGeom>
                  <a:solidFill>
                    <a:schemeClr val="accent3"/>
                  </a:solidFill>
                  <a:ln cap="flat"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619" name="Google Shape;619;p2"/>
                  <p:cNvGrpSpPr/>
                  <p:nvPr/>
                </p:nvGrpSpPr>
                <p:grpSpPr>
                  <a:xfrm>
                    <a:off x="5932170" y="3385184"/>
                    <a:ext cx="609744" cy="424128"/>
                    <a:chOff x="5932170" y="3385184"/>
                    <a:chExt cx="609744" cy="424128"/>
                  </a:xfrm>
                </p:grpSpPr>
                <p:sp>
                  <p:nvSpPr>
                    <p:cNvPr id="620" name="Google Shape;620;p2"/>
                    <p:cNvSpPr/>
                    <p:nvPr/>
                  </p:nvSpPr>
                  <p:spPr>
                    <a:xfrm>
                      <a:off x="6463665" y="3398520"/>
                      <a:ext cx="78249" cy="138112"/>
                    </a:xfrm>
                    <a:custGeom>
                      <a:rect b="b" l="l" r="r" t="t"/>
                      <a:pathLst>
                        <a:path extrusionOk="0" h="138112" w="78249">
                          <a:moveTo>
                            <a:pt x="0" y="0"/>
                          </a:moveTo>
                          <a:cubicBezTo>
                            <a:pt x="70485" y="13335"/>
                            <a:pt x="90488" y="62865"/>
                            <a:pt x="71438" y="138112"/>
                          </a:cubicBezTo>
                        </a:path>
                      </a:pathLst>
                    </a:custGeom>
                    <a:no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21" name="Google Shape;621;p2"/>
                    <p:cNvSpPr/>
                    <p:nvPr/>
                  </p:nvSpPr>
                  <p:spPr>
                    <a:xfrm>
                      <a:off x="5932170" y="3385184"/>
                      <a:ext cx="594360" cy="126649"/>
                    </a:xfrm>
                    <a:custGeom>
                      <a:rect b="b" l="l" r="r" t="t"/>
                      <a:pathLst>
                        <a:path extrusionOk="0" h="126649" w="594360">
                          <a:moveTo>
                            <a:pt x="0" y="0"/>
                          </a:moveTo>
                          <a:cubicBezTo>
                            <a:pt x="43815" y="46673"/>
                            <a:pt x="92392" y="77153"/>
                            <a:pt x="140970" y="97155"/>
                          </a:cubicBezTo>
                          <a:cubicBezTo>
                            <a:pt x="276225" y="151447"/>
                            <a:pt x="421005" y="120015"/>
                            <a:pt x="509587" y="88583"/>
                          </a:cubicBezTo>
                          <a:cubicBezTo>
                            <a:pt x="561023" y="70485"/>
                            <a:pt x="594360" y="52388"/>
                            <a:pt x="594360" y="52388"/>
                          </a:cubicBezTo>
                        </a:path>
                      </a:pathLst>
                    </a:custGeom>
                    <a:no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nvGrpSpPr>
                    <p:cNvPr id="622" name="Google Shape;622;p2"/>
                    <p:cNvGrpSpPr/>
                    <p:nvPr/>
                  </p:nvGrpSpPr>
                  <p:grpSpPr>
                    <a:xfrm>
                      <a:off x="6072923" y="3473767"/>
                      <a:ext cx="368834" cy="335545"/>
                      <a:chOff x="6072923" y="3473767"/>
                      <a:chExt cx="368834" cy="335545"/>
                    </a:xfrm>
                  </p:grpSpPr>
                  <p:sp>
                    <p:nvSpPr>
                      <p:cNvPr id="623" name="Google Shape;623;p2"/>
                      <p:cNvSpPr/>
                      <p:nvPr/>
                    </p:nvSpPr>
                    <p:spPr>
                      <a:xfrm>
                        <a:off x="6072923" y="3473767"/>
                        <a:ext cx="368834" cy="335545"/>
                      </a:xfrm>
                      <a:custGeom>
                        <a:rect b="b" l="l" r="r" t="t"/>
                        <a:pathLst>
                          <a:path extrusionOk="0" h="335545" w="368834">
                            <a:moveTo>
                              <a:pt x="1169" y="8573"/>
                            </a:moveTo>
                            <a:cubicBezTo>
                              <a:pt x="-5498" y="146685"/>
                              <a:pt x="17362" y="225742"/>
                              <a:pt x="44032" y="271463"/>
                            </a:cubicBezTo>
                            <a:cubicBezTo>
                              <a:pt x="47842" y="279083"/>
                              <a:pt x="52604" y="284798"/>
                              <a:pt x="56414" y="290513"/>
                            </a:cubicBezTo>
                            <a:cubicBezTo>
                              <a:pt x="77369" y="317183"/>
                              <a:pt x="109754" y="333375"/>
                              <a:pt x="143092" y="335280"/>
                            </a:cubicBezTo>
                            <a:cubicBezTo>
                              <a:pt x="251677" y="340995"/>
                              <a:pt x="308827" y="253365"/>
                              <a:pt x="338354" y="162877"/>
                            </a:cubicBezTo>
                            <a:cubicBezTo>
                              <a:pt x="358357" y="100013"/>
                              <a:pt x="365977" y="35242"/>
                              <a:pt x="368834" y="0"/>
                            </a:cubicBezTo>
                            <a:cubicBezTo>
                              <a:pt x="281204" y="31433"/>
                              <a:pt x="136424" y="62865"/>
                              <a:pt x="1169" y="8573"/>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24" name="Google Shape;624;p2"/>
                      <p:cNvSpPr/>
                      <p:nvPr/>
                    </p:nvSpPr>
                    <p:spPr>
                      <a:xfrm>
                        <a:off x="6116954" y="3590836"/>
                        <a:ext cx="294322" cy="218475"/>
                      </a:xfrm>
                      <a:custGeom>
                        <a:rect b="b" l="l" r="r" t="t"/>
                        <a:pathLst>
                          <a:path extrusionOk="0" h="218475" w="294322">
                            <a:moveTo>
                              <a:pt x="0" y="154394"/>
                            </a:moveTo>
                            <a:cubicBezTo>
                              <a:pt x="3810" y="162013"/>
                              <a:pt x="8573" y="167729"/>
                              <a:pt x="12383" y="173444"/>
                            </a:cubicBezTo>
                            <a:cubicBezTo>
                              <a:pt x="33338" y="200113"/>
                              <a:pt x="65723" y="216306"/>
                              <a:pt x="99060" y="218211"/>
                            </a:cubicBezTo>
                            <a:cubicBezTo>
                              <a:pt x="207645" y="223926"/>
                              <a:pt x="264795" y="136296"/>
                              <a:pt x="294323" y="45808"/>
                            </a:cubicBezTo>
                            <a:cubicBezTo>
                              <a:pt x="264795" y="19138"/>
                              <a:pt x="225742" y="1994"/>
                              <a:pt x="182880" y="88"/>
                            </a:cubicBezTo>
                            <a:cubicBezTo>
                              <a:pt x="92392" y="-2769"/>
                              <a:pt x="14288" y="63906"/>
                              <a:pt x="0" y="154394"/>
                            </a:cubicBezTo>
                            <a:close/>
                          </a:path>
                        </a:pathLst>
                      </a:custGeom>
                      <a:solidFill>
                        <a:schemeClr val="accent3"/>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grpSp>
              <p:nvGrpSpPr>
                <p:cNvPr id="625" name="Google Shape;625;p2"/>
                <p:cNvGrpSpPr/>
                <p:nvPr/>
              </p:nvGrpSpPr>
              <p:grpSpPr>
                <a:xfrm>
                  <a:off x="6353706" y="3713901"/>
                  <a:ext cx="526210" cy="517937"/>
                  <a:chOff x="6353706" y="3713901"/>
                  <a:chExt cx="526210" cy="517937"/>
                </a:xfrm>
              </p:grpSpPr>
              <p:sp>
                <p:nvSpPr>
                  <p:cNvPr id="626" name="Google Shape;626;p2"/>
                  <p:cNvSpPr/>
                  <p:nvPr/>
                </p:nvSpPr>
                <p:spPr>
                  <a:xfrm>
                    <a:off x="6353706" y="3713901"/>
                    <a:ext cx="526210" cy="517937"/>
                  </a:xfrm>
                  <a:custGeom>
                    <a:rect b="b" l="l" r="r" t="t"/>
                    <a:pathLst>
                      <a:path extrusionOk="0" h="517937" w="526210">
                        <a:moveTo>
                          <a:pt x="24234" y="147533"/>
                        </a:moveTo>
                        <a:lnTo>
                          <a:pt x="181396" y="15136"/>
                        </a:lnTo>
                        <a:cubicBezTo>
                          <a:pt x="197589" y="1801"/>
                          <a:pt x="218544" y="-2961"/>
                          <a:pt x="238546" y="1801"/>
                        </a:cubicBezTo>
                        <a:lnTo>
                          <a:pt x="442381" y="51331"/>
                        </a:lnTo>
                        <a:cubicBezTo>
                          <a:pt x="468099" y="57046"/>
                          <a:pt x="487149" y="78001"/>
                          <a:pt x="490959" y="103718"/>
                        </a:cubicBezTo>
                        <a:lnTo>
                          <a:pt x="525249" y="299934"/>
                        </a:lnTo>
                        <a:cubicBezTo>
                          <a:pt x="529059" y="322793"/>
                          <a:pt x="521439" y="345654"/>
                          <a:pt x="504294" y="359941"/>
                        </a:cubicBezTo>
                        <a:lnTo>
                          <a:pt x="341416" y="501864"/>
                        </a:lnTo>
                        <a:cubicBezTo>
                          <a:pt x="325224" y="516151"/>
                          <a:pt x="303316" y="520914"/>
                          <a:pt x="282361" y="516151"/>
                        </a:cubicBezTo>
                        <a:lnTo>
                          <a:pt x="105196" y="471384"/>
                        </a:lnTo>
                        <a:cubicBezTo>
                          <a:pt x="82336" y="465668"/>
                          <a:pt x="64239" y="447571"/>
                          <a:pt x="57571" y="424711"/>
                        </a:cubicBezTo>
                        <a:lnTo>
                          <a:pt x="1374" y="214208"/>
                        </a:lnTo>
                        <a:cubicBezTo>
                          <a:pt x="-3389" y="189443"/>
                          <a:pt x="4231" y="163726"/>
                          <a:pt x="24234" y="14753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27" name="Google Shape;627;p2"/>
                  <p:cNvSpPr/>
                  <p:nvPr/>
                </p:nvSpPr>
                <p:spPr>
                  <a:xfrm>
                    <a:off x="6382517" y="3787101"/>
                    <a:ext cx="428895" cy="414376"/>
                  </a:xfrm>
                  <a:custGeom>
                    <a:rect b="b" l="l" r="r" t="t"/>
                    <a:pathLst>
                      <a:path extrusionOk="0" h="414376" w="428895">
                        <a:moveTo>
                          <a:pt x="427857" y="2896"/>
                        </a:moveTo>
                        <a:cubicBezTo>
                          <a:pt x="425952" y="39"/>
                          <a:pt x="421189" y="-914"/>
                          <a:pt x="418332" y="991"/>
                        </a:cubicBezTo>
                        <a:lnTo>
                          <a:pt x="210687" y="140056"/>
                        </a:lnTo>
                        <a:lnTo>
                          <a:pt x="8757" y="108624"/>
                        </a:lnTo>
                        <a:cubicBezTo>
                          <a:pt x="4947" y="107671"/>
                          <a:pt x="1137" y="110529"/>
                          <a:pt x="185" y="114339"/>
                        </a:cubicBezTo>
                        <a:cubicBezTo>
                          <a:pt x="-768" y="118149"/>
                          <a:pt x="2089" y="121958"/>
                          <a:pt x="5900" y="122911"/>
                        </a:cubicBezTo>
                        <a:lnTo>
                          <a:pt x="205925" y="154343"/>
                        </a:lnTo>
                        <a:lnTo>
                          <a:pt x="266885" y="408661"/>
                        </a:lnTo>
                        <a:cubicBezTo>
                          <a:pt x="267837" y="411518"/>
                          <a:pt x="269742" y="413424"/>
                          <a:pt x="273552" y="414376"/>
                        </a:cubicBezTo>
                        <a:cubicBezTo>
                          <a:pt x="274505" y="414376"/>
                          <a:pt x="275457" y="414376"/>
                          <a:pt x="276410" y="414376"/>
                        </a:cubicBezTo>
                        <a:cubicBezTo>
                          <a:pt x="280220" y="413424"/>
                          <a:pt x="283077" y="409614"/>
                          <a:pt x="282125" y="405804"/>
                        </a:cubicBezTo>
                        <a:lnTo>
                          <a:pt x="221164" y="151486"/>
                        </a:lnTo>
                        <a:lnTo>
                          <a:pt x="426905" y="13374"/>
                        </a:lnTo>
                        <a:cubicBezTo>
                          <a:pt x="428810" y="10516"/>
                          <a:pt x="429762" y="5754"/>
                          <a:pt x="427857" y="2896"/>
                        </a:cubicBezTo>
                        <a:close/>
                      </a:path>
                    </a:pathLst>
                  </a:custGeom>
                  <a:solidFill>
                    <a:schemeClr val="lt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628" name="Google Shape;628;p2"/>
                <p:cNvGrpSpPr/>
                <p:nvPr/>
              </p:nvGrpSpPr>
              <p:grpSpPr>
                <a:xfrm>
                  <a:off x="5492105" y="3485301"/>
                  <a:ext cx="526128" cy="517937"/>
                  <a:chOff x="5492105" y="3485301"/>
                  <a:chExt cx="526128" cy="517937"/>
                </a:xfrm>
              </p:grpSpPr>
              <p:sp>
                <p:nvSpPr>
                  <p:cNvPr id="629" name="Google Shape;629;p2"/>
                  <p:cNvSpPr/>
                  <p:nvPr/>
                </p:nvSpPr>
                <p:spPr>
                  <a:xfrm>
                    <a:off x="5492105" y="3485301"/>
                    <a:ext cx="526128" cy="517937"/>
                  </a:xfrm>
                  <a:custGeom>
                    <a:rect b="b" l="l" r="r" t="t"/>
                    <a:pathLst>
                      <a:path extrusionOk="0" h="517937" w="526128">
                        <a:moveTo>
                          <a:pt x="501977" y="147533"/>
                        </a:moveTo>
                        <a:lnTo>
                          <a:pt x="344814" y="15136"/>
                        </a:lnTo>
                        <a:cubicBezTo>
                          <a:pt x="328622" y="1801"/>
                          <a:pt x="307666" y="-2961"/>
                          <a:pt x="287664" y="1801"/>
                        </a:cubicBezTo>
                        <a:lnTo>
                          <a:pt x="83829" y="51331"/>
                        </a:lnTo>
                        <a:cubicBezTo>
                          <a:pt x="58111" y="57046"/>
                          <a:pt x="39061" y="78001"/>
                          <a:pt x="35252" y="103718"/>
                        </a:cubicBezTo>
                        <a:lnTo>
                          <a:pt x="961" y="299934"/>
                        </a:lnTo>
                        <a:cubicBezTo>
                          <a:pt x="-2848" y="322793"/>
                          <a:pt x="4772" y="345654"/>
                          <a:pt x="21916" y="359941"/>
                        </a:cubicBezTo>
                        <a:lnTo>
                          <a:pt x="184794" y="501864"/>
                        </a:lnTo>
                        <a:cubicBezTo>
                          <a:pt x="200986" y="516151"/>
                          <a:pt x="222894" y="520914"/>
                          <a:pt x="243849" y="516151"/>
                        </a:cubicBezTo>
                        <a:lnTo>
                          <a:pt x="421014" y="471384"/>
                        </a:lnTo>
                        <a:cubicBezTo>
                          <a:pt x="443874" y="465668"/>
                          <a:pt x="461972" y="447571"/>
                          <a:pt x="468639" y="424711"/>
                        </a:cubicBezTo>
                        <a:lnTo>
                          <a:pt x="524837" y="214208"/>
                        </a:lnTo>
                        <a:cubicBezTo>
                          <a:pt x="529599" y="190396"/>
                          <a:pt x="521027" y="163726"/>
                          <a:pt x="501977" y="147533"/>
                        </a:cubicBezTo>
                        <a:close/>
                      </a:path>
                    </a:pathLst>
                  </a:custGeom>
                  <a:solidFill>
                    <a:schemeClr val="dk2"/>
                  </a:solidFill>
                  <a:ln cap="rnd" cmpd="sng" w="9525">
                    <a:solidFill>
                      <a:schemeClr val="dk1"/>
                    </a:solidFill>
                    <a:prstDash val="solid"/>
                    <a:round/>
                    <a:headEnd len="sm" w="sm" type="none"/>
                    <a:tailEnd len="sm" w="sm" type="none"/>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30" name="Google Shape;630;p2"/>
                  <p:cNvSpPr/>
                  <p:nvPr/>
                </p:nvSpPr>
                <p:spPr>
                  <a:xfrm>
                    <a:off x="5559742" y="3558501"/>
                    <a:ext cx="430714" cy="414376"/>
                  </a:xfrm>
                  <a:custGeom>
                    <a:rect b="b" l="l" r="r" t="t"/>
                    <a:pathLst>
                      <a:path extrusionOk="0" h="414376" w="430714">
                        <a:moveTo>
                          <a:pt x="952" y="2896"/>
                        </a:moveTo>
                        <a:cubicBezTo>
                          <a:pt x="2857" y="39"/>
                          <a:pt x="7620" y="-914"/>
                          <a:pt x="10477" y="991"/>
                        </a:cubicBezTo>
                        <a:lnTo>
                          <a:pt x="218123" y="140056"/>
                        </a:lnTo>
                        <a:lnTo>
                          <a:pt x="421957" y="108624"/>
                        </a:lnTo>
                        <a:cubicBezTo>
                          <a:pt x="425767" y="107671"/>
                          <a:pt x="429578" y="110529"/>
                          <a:pt x="430530" y="114339"/>
                        </a:cubicBezTo>
                        <a:cubicBezTo>
                          <a:pt x="431482" y="118149"/>
                          <a:pt x="428625" y="121958"/>
                          <a:pt x="424815" y="122911"/>
                        </a:cubicBezTo>
                        <a:lnTo>
                          <a:pt x="224790" y="154343"/>
                        </a:lnTo>
                        <a:lnTo>
                          <a:pt x="163830" y="408661"/>
                        </a:lnTo>
                        <a:cubicBezTo>
                          <a:pt x="162878" y="411518"/>
                          <a:pt x="160973" y="413424"/>
                          <a:pt x="157162" y="414376"/>
                        </a:cubicBezTo>
                        <a:cubicBezTo>
                          <a:pt x="156210" y="414376"/>
                          <a:pt x="155257" y="414376"/>
                          <a:pt x="154305" y="414376"/>
                        </a:cubicBezTo>
                        <a:cubicBezTo>
                          <a:pt x="150495" y="413424"/>
                          <a:pt x="147637" y="409614"/>
                          <a:pt x="148590" y="405804"/>
                        </a:cubicBezTo>
                        <a:lnTo>
                          <a:pt x="209550" y="151486"/>
                        </a:lnTo>
                        <a:lnTo>
                          <a:pt x="3810" y="13374"/>
                        </a:lnTo>
                        <a:cubicBezTo>
                          <a:pt x="0" y="10516"/>
                          <a:pt x="-952" y="6706"/>
                          <a:pt x="952" y="2896"/>
                        </a:cubicBezTo>
                        <a:close/>
                      </a:path>
                    </a:pathLst>
                  </a:custGeom>
                  <a:solidFill>
                    <a:schemeClr val="lt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sp>
            <p:nvSpPr>
              <p:cNvPr id="631" name="Google Shape;631;p2"/>
              <p:cNvSpPr/>
              <p:nvPr/>
            </p:nvSpPr>
            <p:spPr>
              <a:xfrm>
                <a:off x="5538390" y="2216769"/>
                <a:ext cx="430402" cy="723804"/>
              </a:xfrm>
              <a:custGeom>
                <a:rect b="b" l="l" r="r" t="t"/>
                <a:pathLst>
                  <a:path extrusionOk="0" h="723804" w="430402">
                    <a:moveTo>
                      <a:pt x="405209" y="13033"/>
                    </a:moveTo>
                    <a:cubicBezTo>
                      <a:pt x="385207" y="-2207"/>
                      <a:pt x="357584" y="-3160"/>
                      <a:pt x="333772" y="5413"/>
                    </a:cubicBezTo>
                    <a:cubicBezTo>
                      <a:pt x="309959" y="13985"/>
                      <a:pt x="289957" y="29225"/>
                      <a:pt x="270907" y="45418"/>
                    </a:cubicBezTo>
                    <a:cubicBezTo>
                      <a:pt x="184229" y="119713"/>
                      <a:pt x="110887" y="209248"/>
                      <a:pt x="61357" y="312118"/>
                    </a:cubicBezTo>
                    <a:cubicBezTo>
                      <a:pt x="12779" y="414988"/>
                      <a:pt x="-10081" y="531193"/>
                      <a:pt x="4207" y="644540"/>
                    </a:cubicBezTo>
                    <a:cubicBezTo>
                      <a:pt x="7064" y="663590"/>
                      <a:pt x="9922" y="682640"/>
                      <a:pt x="20399" y="697880"/>
                    </a:cubicBezTo>
                    <a:cubicBezTo>
                      <a:pt x="30877" y="714073"/>
                      <a:pt x="48974" y="725503"/>
                      <a:pt x="68024" y="723598"/>
                    </a:cubicBezTo>
                    <a:cubicBezTo>
                      <a:pt x="93742" y="719788"/>
                      <a:pt x="108982" y="693118"/>
                      <a:pt x="119459" y="669305"/>
                    </a:cubicBezTo>
                    <a:cubicBezTo>
                      <a:pt x="145177" y="614060"/>
                      <a:pt x="169942" y="558815"/>
                      <a:pt x="195659" y="503570"/>
                    </a:cubicBezTo>
                    <a:cubicBezTo>
                      <a:pt x="262334" y="391175"/>
                      <a:pt x="328057" y="278780"/>
                      <a:pt x="394732" y="165433"/>
                    </a:cubicBezTo>
                    <a:cubicBezTo>
                      <a:pt x="409019" y="141620"/>
                      <a:pt x="423307" y="115903"/>
                      <a:pt x="428069" y="88280"/>
                    </a:cubicBezTo>
                    <a:cubicBezTo>
                      <a:pt x="434737" y="61610"/>
                      <a:pt x="427117" y="30178"/>
                      <a:pt x="405209" y="13033"/>
                    </a:cubicBezTo>
                    <a:close/>
                  </a:path>
                </a:pathLst>
              </a:custGeom>
              <a:solidFill>
                <a:srgbClr val="FFFFFF">
                  <a:alpha val="44705"/>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32" name="Google Shape;632;p2"/>
              <p:cNvSpPr/>
              <p:nvPr/>
            </p:nvSpPr>
            <p:spPr>
              <a:xfrm>
                <a:off x="5454780" y="3876468"/>
                <a:ext cx="235116" cy="270017"/>
              </a:xfrm>
              <a:custGeom>
                <a:rect b="b" l="l" r="r" t="t"/>
                <a:pathLst>
                  <a:path extrusionOk="0" h="270017" w="235116">
                    <a:moveTo>
                      <a:pt x="15427" y="3064"/>
                    </a:moveTo>
                    <a:cubicBezTo>
                      <a:pt x="5902" y="7827"/>
                      <a:pt x="1139" y="19257"/>
                      <a:pt x="187" y="29734"/>
                    </a:cubicBezTo>
                    <a:cubicBezTo>
                      <a:pt x="-766" y="40212"/>
                      <a:pt x="2092" y="50689"/>
                      <a:pt x="4949" y="61167"/>
                    </a:cubicBezTo>
                    <a:cubicBezTo>
                      <a:pt x="19237" y="107839"/>
                      <a:pt x="41144" y="151654"/>
                      <a:pt x="73529" y="187849"/>
                    </a:cubicBezTo>
                    <a:cubicBezTo>
                      <a:pt x="104962" y="224044"/>
                      <a:pt x="146872" y="253572"/>
                      <a:pt x="192592" y="266907"/>
                    </a:cubicBezTo>
                    <a:cubicBezTo>
                      <a:pt x="200212" y="268812"/>
                      <a:pt x="208784" y="270717"/>
                      <a:pt x="216404" y="269764"/>
                    </a:cubicBezTo>
                    <a:cubicBezTo>
                      <a:pt x="224024" y="268812"/>
                      <a:pt x="231644" y="263097"/>
                      <a:pt x="234502" y="255477"/>
                    </a:cubicBezTo>
                    <a:cubicBezTo>
                      <a:pt x="237359" y="244999"/>
                      <a:pt x="229739" y="234522"/>
                      <a:pt x="222119" y="225949"/>
                    </a:cubicBezTo>
                    <a:cubicBezTo>
                      <a:pt x="204974" y="206899"/>
                      <a:pt x="187829" y="186897"/>
                      <a:pt x="170684" y="167847"/>
                    </a:cubicBezTo>
                    <a:cubicBezTo>
                      <a:pt x="138299" y="123079"/>
                      <a:pt x="105914" y="77359"/>
                      <a:pt x="73529" y="32592"/>
                    </a:cubicBezTo>
                    <a:cubicBezTo>
                      <a:pt x="66862" y="23067"/>
                      <a:pt x="59242" y="12589"/>
                      <a:pt x="49717" y="6874"/>
                    </a:cubicBezTo>
                    <a:cubicBezTo>
                      <a:pt x="39239" y="207"/>
                      <a:pt x="25904" y="-2651"/>
                      <a:pt x="15427" y="3064"/>
                    </a:cubicBezTo>
                    <a:close/>
                  </a:path>
                </a:pathLst>
              </a:custGeom>
              <a:solidFill>
                <a:srgbClr val="FFFFFF">
                  <a:alpha val="44705"/>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33" name="Google Shape;633;p2"/>
              <p:cNvSpPr/>
              <p:nvPr/>
            </p:nvSpPr>
            <p:spPr>
              <a:xfrm>
                <a:off x="7617607" y="2668235"/>
                <a:ext cx="145187" cy="446511"/>
              </a:xfrm>
              <a:custGeom>
                <a:rect b="b" l="l" r="r" t="t"/>
                <a:pathLst>
                  <a:path extrusionOk="0" h="446511" w="145187">
                    <a:moveTo>
                      <a:pt x="72877" y="446439"/>
                    </a:moveTo>
                    <a:cubicBezTo>
                      <a:pt x="87165" y="447392"/>
                      <a:pt x="100500" y="438819"/>
                      <a:pt x="109073" y="427389"/>
                    </a:cubicBezTo>
                    <a:cubicBezTo>
                      <a:pt x="117645" y="415959"/>
                      <a:pt x="122408" y="402624"/>
                      <a:pt x="126218" y="388337"/>
                    </a:cubicBezTo>
                    <a:cubicBezTo>
                      <a:pt x="143362" y="326424"/>
                      <a:pt x="150030" y="260702"/>
                      <a:pt x="141458" y="196884"/>
                    </a:cubicBezTo>
                    <a:cubicBezTo>
                      <a:pt x="131933" y="133067"/>
                      <a:pt x="106215" y="71154"/>
                      <a:pt x="64305" y="22577"/>
                    </a:cubicBezTo>
                    <a:cubicBezTo>
                      <a:pt x="57637" y="14957"/>
                      <a:pt x="49065" y="6384"/>
                      <a:pt x="39540" y="2574"/>
                    </a:cubicBezTo>
                    <a:cubicBezTo>
                      <a:pt x="30015" y="-1236"/>
                      <a:pt x="17633" y="-1236"/>
                      <a:pt x="9060" y="5432"/>
                    </a:cubicBezTo>
                    <a:cubicBezTo>
                      <a:pt x="-2370" y="14957"/>
                      <a:pt x="-465" y="32102"/>
                      <a:pt x="1440" y="47342"/>
                    </a:cubicBezTo>
                    <a:cubicBezTo>
                      <a:pt x="7155" y="81632"/>
                      <a:pt x="11918" y="115922"/>
                      <a:pt x="17633" y="149259"/>
                    </a:cubicBezTo>
                    <a:cubicBezTo>
                      <a:pt x="21443" y="223554"/>
                      <a:pt x="25252" y="296897"/>
                      <a:pt x="29062" y="371192"/>
                    </a:cubicBezTo>
                    <a:cubicBezTo>
                      <a:pt x="30015" y="387384"/>
                      <a:pt x="30968" y="403577"/>
                      <a:pt x="37635" y="417864"/>
                    </a:cubicBezTo>
                    <a:cubicBezTo>
                      <a:pt x="44302" y="432152"/>
                      <a:pt x="56685" y="445487"/>
                      <a:pt x="72877" y="446439"/>
                    </a:cubicBezTo>
                    <a:close/>
                  </a:path>
                </a:pathLst>
              </a:custGeom>
              <a:solidFill>
                <a:srgbClr val="FFFFFF">
                  <a:alpha val="44705"/>
                </a:srgbClr>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634" name="Google Shape;634;p2"/>
            <p:cNvGrpSpPr/>
            <p:nvPr/>
          </p:nvGrpSpPr>
          <p:grpSpPr>
            <a:xfrm>
              <a:off x="4209097" y="1819275"/>
              <a:ext cx="3773805" cy="3026092"/>
              <a:chOff x="4209097" y="1819275"/>
              <a:chExt cx="3773805" cy="3026092"/>
            </a:xfrm>
          </p:grpSpPr>
          <p:grpSp>
            <p:nvGrpSpPr>
              <p:cNvPr id="635" name="Google Shape;635;p2"/>
              <p:cNvGrpSpPr/>
              <p:nvPr/>
            </p:nvGrpSpPr>
            <p:grpSpPr>
              <a:xfrm>
                <a:off x="4209097" y="1819275"/>
                <a:ext cx="717232" cy="957261"/>
                <a:chOff x="4209097" y="1819275"/>
                <a:chExt cx="717232" cy="957261"/>
              </a:xfrm>
            </p:grpSpPr>
            <p:sp>
              <p:nvSpPr>
                <p:cNvPr id="636" name="Google Shape;636;p2"/>
                <p:cNvSpPr/>
                <p:nvPr/>
              </p:nvSpPr>
              <p:spPr>
                <a:xfrm>
                  <a:off x="4754879" y="1970722"/>
                  <a:ext cx="171450" cy="171450"/>
                </a:xfrm>
                <a:custGeom>
                  <a:rect b="b" l="l" r="r" t="t"/>
                  <a:pathLst>
                    <a:path extrusionOk="0" h="171450" w="171450">
                      <a:moveTo>
                        <a:pt x="145733" y="85725"/>
                      </a:moveTo>
                      <a:lnTo>
                        <a:pt x="171450" y="171450"/>
                      </a:lnTo>
                      <a:lnTo>
                        <a:pt x="85725" y="145732"/>
                      </a:lnTo>
                      <a:lnTo>
                        <a:pt x="0" y="171450"/>
                      </a:lnTo>
                      <a:lnTo>
                        <a:pt x="24765" y="85725"/>
                      </a:lnTo>
                      <a:lnTo>
                        <a:pt x="0" y="0"/>
                      </a:lnTo>
                      <a:lnTo>
                        <a:pt x="85725" y="24765"/>
                      </a:lnTo>
                      <a:lnTo>
                        <a:pt x="171450"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37" name="Google Shape;637;p2"/>
                <p:cNvSpPr/>
                <p:nvPr/>
              </p:nvSpPr>
              <p:spPr>
                <a:xfrm>
                  <a:off x="4209097" y="2527934"/>
                  <a:ext cx="249554" cy="248602"/>
                </a:xfrm>
                <a:custGeom>
                  <a:rect b="b" l="l" r="r" t="t"/>
                  <a:pathLst>
                    <a:path extrusionOk="0" h="248602" w="249554">
                      <a:moveTo>
                        <a:pt x="168592" y="80010"/>
                      </a:moveTo>
                      <a:lnTo>
                        <a:pt x="249555" y="123825"/>
                      </a:lnTo>
                      <a:lnTo>
                        <a:pt x="168592" y="167640"/>
                      </a:lnTo>
                      <a:lnTo>
                        <a:pt x="124777" y="248603"/>
                      </a:lnTo>
                      <a:lnTo>
                        <a:pt x="80963" y="167640"/>
                      </a:lnTo>
                      <a:lnTo>
                        <a:pt x="0" y="123825"/>
                      </a:lnTo>
                      <a:lnTo>
                        <a:pt x="80963" y="80010"/>
                      </a:lnTo>
                      <a:lnTo>
                        <a:pt x="124777"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38" name="Google Shape;638;p2"/>
                <p:cNvSpPr/>
                <p:nvPr/>
              </p:nvSpPr>
              <p:spPr>
                <a:xfrm>
                  <a:off x="4345304" y="1819275"/>
                  <a:ext cx="113347" cy="112395"/>
                </a:xfrm>
                <a:custGeom>
                  <a:rect b="b" l="l" r="r" t="t"/>
                  <a:pathLst>
                    <a:path extrusionOk="0" h="112395" w="113347">
                      <a:moveTo>
                        <a:pt x="77153" y="36195"/>
                      </a:moveTo>
                      <a:lnTo>
                        <a:pt x="113348" y="56198"/>
                      </a:lnTo>
                      <a:lnTo>
                        <a:pt x="77153" y="76200"/>
                      </a:lnTo>
                      <a:lnTo>
                        <a:pt x="57150" y="112395"/>
                      </a:lnTo>
                      <a:lnTo>
                        <a:pt x="37148" y="76200"/>
                      </a:lnTo>
                      <a:lnTo>
                        <a:pt x="0" y="56198"/>
                      </a:lnTo>
                      <a:lnTo>
                        <a:pt x="37148" y="36195"/>
                      </a:lnTo>
                      <a:lnTo>
                        <a:pt x="57150"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nvGrpSpPr>
              <p:cNvPr id="639" name="Google Shape;639;p2"/>
              <p:cNvGrpSpPr/>
              <p:nvPr/>
            </p:nvGrpSpPr>
            <p:grpSpPr>
              <a:xfrm>
                <a:off x="7384732" y="4080509"/>
                <a:ext cx="598170" cy="764858"/>
                <a:chOff x="7384732" y="4080509"/>
                <a:chExt cx="598170" cy="764858"/>
              </a:xfrm>
            </p:grpSpPr>
            <p:sp>
              <p:nvSpPr>
                <p:cNvPr id="640" name="Google Shape;640;p2"/>
                <p:cNvSpPr/>
                <p:nvPr/>
              </p:nvSpPr>
              <p:spPr>
                <a:xfrm>
                  <a:off x="7810500" y="4369117"/>
                  <a:ext cx="172402" cy="171450"/>
                </a:xfrm>
                <a:custGeom>
                  <a:rect b="b" l="l" r="r" t="t"/>
                  <a:pathLst>
                    <a:path extrusionOk="0" h="171450" w="172402">
                      <a:moveTo>
                        <a:pt x="146685" y="85725"/>
                      </a:moveTo>
                      <a:lnTo>
                        <a:pt x="172403" y="171450"/>
                      </a:lnTo>
                      <a:lnTo>
                        <a:pt x="85725" y="145732"/>
                      </a:lnTo>
                      <a:lnTo>
                        <a:pt x="0" y="171450"/>
                      </a:lnTo>
                      <a:lnTo>
                        <a:pt x="25718" y="85725"/>
                      </a:lnTo>
                      <a:lnTo>
                        <a:pt x="0" y="0"/>
                      </a:lnTo>
                      <a:lnTo>
                        <a:pt x="85725" y="24765"/>
                      </a:lnTo>
                      <a:lnTo>
                        <a:pt x="172403"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41" name="Google Shape;641;p2"/>
                <p:cNvSpPr/>
                <p:nvPr/>
              </p:nvSpPr>
              <p:spPr>
                <a:xfrm>
                  <a:off x="7384732" y="4595812"/>
                  <a:ext cx="248602" cy="249555"/>
                </a:xfrm>
                <a:custGeom>
                  <a:rect b="b" l="l" r="r" t="t"/>
                  <a:pathLst>
                    <a:path extrusionOk="0" h="249555" w="248602">
                      <a:moveTo>
                        <a:pt x="168593" y="80963"/>
                      </a:moveTo>
                      <a:lnTo>
                        <a:pt x="248603" y="124778"/>
                      </a:lnTo>
                      <a:lnTo>
                        <a:pt x="168593" y="168593"/>
                      </a:lnTo>
                      <a:lnTo>
                        <a:pt x="124778" y="249555"/>
                      </a:lnTo>
                      <a:lnTo>
                        <a:pt x="80010" y="168593"/>
                      </a:lnTo>
                      <a:lnTo>
                        <a:pt x="0" y="124778"/>
                      </a:lnTo>
                      <a:lnTo>
                        <a:pt x="80010" y="80963"/>
                      </a:lnTo>
                      <a:lnTo>
                        <a:pt x="124778"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sp>
              <p:nvSpPr>
                <p:cNvPr id="642" name="Google Shape;642;p2"/>
                <p:cNvSpPr/>
                <p:nvPr/>
              </p:nvSpPr>
              <p:spPr>
                <a:xfrm>
                  <a:off x="7544752" y="4080509"/>
                  <a:ext cx="112394" cy="112395"/>
                </a:xfrm>
                <a:custGeom>
                  <a:rect b="b" l="l" r="r" t="t"/>
                  <a:pathLst>
                    <a:path extrusionOk="0" h="112395" w="112394">
                      <a:moveTo>
                        <a:pt x="76200" y="36195"/>
                      </a:moveTo>
                      <a:lnTo>
                        <a:pt x="112395" y="56197"/>
                      </a:lnTo>
                      <a:lnTo>
                        <a:pt x="76200" y="76200"/>
                      </a:lnTo>
                      <a:lnTo>
                        <a:pt x="56197" y="112395"/>
                      </a:lnTo>
                      <a:lnTo>
                        <a:pt x="36195" y="76200"/>
                      </a:lnTo>
                      <a:lnTo>
                        <a:pt x="0" y="56197"/>
                      </a:lnTo>
                      <a:lnTo>
                        <a:pt x="36195" y="36195"/>
                      </a:lnTo>
                      <a:lnTo>
                        <a:pt x="56197" y="0"/>
                      </a:lnTo>
                      <a:close/>
                    </a:path>
                  </a:pathLst>
                </a:custGeom>
                <a:solidFill>
                  <a:schemeClr val="dk2"/>
                </a:solidFill>
                <a:ln>
                  <a:noFill/>
                </a:ln>
              </p:spPr>
              <p:txBody>
                <a:bodyPr anchorCtr="0" anchor="ctr" bIns="31025" lIns="62075" spcFirstLastPara="1" rIns="62075" wrap="square" tIns="31025">
                  <a:noAutofit/>
                </a:bodyPr>
                <a:lstStyle/>
                <a:p>
                  <a:pPr indent="0" lvl="0" marL="0" marR="0" rtl="0" algn="l">
                    <a:lnSpc>
                      <a:spcPct val="100000"/>
                    </a:lnSpc>
                    <a:spcBef>
                      <a:spcPts val="0"/>
                    </a:spcBef>
                    <a:spcAft>
                      <a:spcPts val="0"/>
                    </a:spcAft>
                    <a:buClr>
                      <a:srgbClr val="000000"/>
                    </a:buClr>
                    <a:buSzPts val="1222"/>
                    <a:buFont typeface="Arial"/>
                    <a:buNone/>
                  </a:pPr>
                  <a:r>
                    <a:t/>
                  </a:r>
                  <a:endParaRPr b="0" i="0" sz="1222" u="none" cap="none" strike="noStrike">
                    <a:solidFill>
                      <a:srgbClr val="000000"/>
                    </a:solidFill>
                    <a:latin typeface="Calibri"/>
                    <a:ea typeface="Calibri"/>
                    <a:cs typeface="Calibri"/>
                    <a:sym typeface="Calibri"/>
                  </a:endParaRPr>
                </a:p>
              </p:txBody>
            </p:sp>
          </p:grpSp>
        </p:grpSp>
      </p:grpSp>
      <p:grpSp>
        <p:nvGrpSpPr>
          <p:cNvPr id="643" name="Google Shape;643;p2"/>
          <p:cNvGrpSpPr/>
          <p:nvPr/>
        </p:nvGrpSpPr>
        <p:grpSpPr>
          <a:xfrm flipH="1">
            <a:off x="377723" y="1407601"/>
            <a:ext cx="629763" cy="799687"/>
            <a:chOff x="713225" y="216499"/>
            <a:chExt cx="960152" cy="1219222"/>
          </a:xfrm>
        </p:grpSpPr>
        <p:grpSp>
          <p:nvGrpSpPr>
            <p:cNvPr id="644" name="Google Shape;644;p2"/>
            <p:cNvGrpSpPr/>
            <p:nvPr/>
          </p:nvGrpSpPr>
          <p:grpSpPr>
            <a:xfrm>
              <a:off x="713225" y="603500"/>
              <a:ext cx="960152" cy="832221"/>
              <a:chOff x="916100" y="365175"/>
              <a:chExt cx="960152" cy="832221"/>
            </a:xfrm>
          </p:grpSpPr>
          <p:sp>
            <p:nvSpPr>
              <p:cNvPr id="645" name="Google Shape;645;p2"/>
              <p:cNvSpPr/>
              <p:nvPr/>
            </p:nvSpPr>
            <p:spPr>
              <a:xfrm>
                <a:off x="916100" y="365175"/>
                <a:ext cx="709200" cy="7092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sp>
            <p:nvSpPr>
              <p:cNvPr id="646" name="Google Shape;646;p2"/>
              <p:cNvSpPr/>
              <p:nvPr/>
            </p:nvSpPr>
            <p:spPr>
              <a:xfrm>
                <a:off x="1422352" y="743496"/>
                <a:ext cx="453900" cy="4539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647" name="Google Shape;647;p2"/>
              <p:cNvGrpSpPr/>
              <p:nvPr/>
            </p:nvGrpSpPr>
            <p:grpSpPr>
              <a:xfrm>
                <a:off x="976367" y="467794"/>
                <a:ext cx="253090" cy="275739"/>
                <a:chOff x="976372" y="467765"/>
                <a:chExt cx="287668" cy="313411"/>
              </a:xfrm>
            </p:grpSpPr>
            <p:sp>
              <p:nvSpPr>
                <p:cNvPr id="648" name="Google Shape;648;p2"/>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9" name="Google Shape;649;p2"/>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50" name="Google Shape;650;p2"/>
              <p:cNvGrpSpPr/>
              <p:nvPr/>
            </p:nvGrpSpPr>
            <p:grpSpPr>
              <a:xfrm rot="1390016">
                <a:off x="1504979" y="771939"/>
                <a:ext cx="177758" cy="218879"/>
                <a:chOff x="976372" y="467765"/>
                <a:chExt cx="287668" cy="313411"/>
              </a:xfrm>
            </p:grpSpPr>
            <p:sp>
              <p:nvSpPr>
                <p:cNvPr id="651" name="Google Shape;651;p2"/>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2" name="Google Shape;652;p2"/>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53" name="Google Shape;653;p2"/>
            <p:cNvGrpSpPr/>
            <p:nvPr/>
          </p:nvGrpSpPr>
          <p:grpSpPr>
            <a:xfrm>
              <a:off x="1287525" y="216499"/>
              <a:ext cx="310800" cy="310800"/>
              <a:chOff x="1287525" y="216499"/>
              <a:chExt cx="310800" cy="310800"/>
            </a:xfrm>
          </p:grpSpPr>
          <p:sp>
            <p:nvSpPr>
              <p:cNvPr id="654" name="Google Shape;654;p2"/>
              <p:cNvSpPr/>
              <p:nvPr/>
            </p:nvSpPr>
            <p:spPr>
              <a:xfrm>
                <a:off x="1287525" y="216499"/>
                <a:ext cx="310800" cy="310800"/>
              </a:xfrm>
              <a:prstGeom prst="ellipse">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naheim"/>
                  <a:ea typeface="Anaheim"/>
                  <a:cs typeface="Anaheim"/>
                  <a:sym typeface="Anaheim"/>
                </a:endParaRPr>
              </a:p>
            </p:txBody>
          </p:sp>
          <p:grpSp>
            <p:nvGrpSpPr>
              <p:cNvPr id="655" name="Google Shape;655;p2"/>
              <p:cNvGrpSpPr/>
              <p:nvPr/>
            </p:nvGrpSpPr>
            <p:grpSpPr>
              <a:xfrm rot="1389996">
                <a:off x="1344170" y="235996"/>
                <a:ext cx="121749" cy="149895"/>
                <a:chOff x="976372" y="467765"/>
                <a:chExt cx="287668" cy="313411"/>
              </a:xfrm>
            </p:grpSpPr>
            <p:sp>
              <p:nvSpPr>
                <p:cNvPr id="656" name="Google Shape;656;p2"/>
                <p:cNvSpPr/>
                <p:nvPr/>
              </p:nvSpPr>
              <p:spPr>
                <a:xfrm>
                  <a:off x="976372" y="467765"/>
                  <a:ext cx="206609" cy="313411"/>
                </a:xfrm>
                <a:custGeom>
                  <a:rect b="b" l="l" r="r" t="t"/>
                  <a:pathLst>
                    <a:path extrusionOk="0" h="313411" w="206609">
                      <a:moveTo>
                        <a:pt x="205375" y="48510"/>
                      </a:moveTo>
                      <a:cubicBezTo>
                        <a:pt x="194897" y="-3878"/>
                        <a:pt x="130127" y="-12450"/>
                        <a:pt x="96790" y="16125"/>
                      </a:cubicBezTo>
                      <a:cubicBezTo>
                        <a:pt x="12017" y="88515"/>
                        <a:pt x="-10843" y="175192"/>
                        <a:pt x="4397" y="258060"/>
                      </a:cubicBezTo>
                      <a:cubicBezTo>
                        <a:pt x="9160" y="282825"/>
                        <a:pt x="22495" y="312352"/>
                        <a:pt x="48212" y="313305"/>
                      </a:cubicBezTo>
                      <a:cubicBezTo>
                        <a:pt x="72025" y="315210"/>
                        <a:pt x="89170" y="291397"/>
                        <a:pt x="101552" y="270442"/>
                      </a:cubicBezTo>
                      <a:cubicBezTo>
                        <a:pt x="128222" y="223770"/>
                        <a:pt x="155845" y="177097"/>
                        <a:pt x="182515" y="131377"/>
                      </a:cubicBezTo>
                      <a:cubicBezTo>
                        <a:pt x="195850" y="108517"/>
                        <a:pt x="211090" y="76132"/>
                        <a:pt x="205375" y="4851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7" name="Google Shape;657;p2"/>
                <p:cNvSpPr/>
                <p:nvPr/>
              </p:nvSpPr>
              <p:spPr>
                <a:xfrm>
                  <a:off x="1194716" y="552551"/>
                  <a:ext cx="69324" cy="104766"/>
                </a:xfrm>
                <a:custGeom>
                  <a:rect b="b" l="l" r="r" t="t"/>
                  <a:pathLst>
                    <a:path extrusionOk="0" h="104766" w="69324">
                      <a:moveTo>
                        <a:pt x="68946" y="16111"/>
                      </a:moveTo>
                      <a:cubicBezTo>
                        <a:pt x="65136" y="-1034"/>
                        <a:pt x="43228" y="-3891"/>
                        <a:pt x="32751" y="4681"/>
                      </a:cubicBezTo>
                      <a:cubicBezTo>
                        <a:pt x="4176" y="29446"/>
                        <a:pt x="-3444" y="58021"/>
                        <a:pt x="1318" y="85644"/>
                      </a:cubicBezTo>
                      <a:cubicBezTo>
                        <a:pt x="3223" y="94216"/>
                        <a:pt x="7033" y="103741"/>
                        <a:pt x="15606" y="104694"/>
                      </a:cubicBezTo>
                      <a:cubicBezTo>
                        <a:pt x="23226" y="105646"/>
                        <a:pt x="28941" y="97074"/>
                        <a:pt x="33703" y="90406"/>
                      </a:cubicBezTo>
                      <a:cubicBezTo>
                        <a:pt x="43228" y="75166"/>
                        <a:pt x="51801" y="58974"/>
                        <a:pt x="61326" y="43734"/>
                      </a:cubicBezTo>
                      <a:cubicBezTo>
                        <a:pt x="65136" y="36114"/>
                        <a:pt x="70851" y="25636"/>
                        <a:pt x="68946" y="16111"/>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658" name="Google Shape;65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3"/>
          <p:cNvSpPr txBox="1"/>
          <p:nvPr>
            <p:ph type="title"/>
          </p:nvPr>
        </p:nvSpPr>
        <p:spPr>
          <a:xfrm>
            <a:off x="556350" y="225775"/>
            <a:ext cx="8031300" cy="7734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500"/>
              <a:buNone/>
            </a:pPr>
            <a:r>
              <a:rPr b="0" lang="en" sz="5000">
                <a:solidFill>
                  <a:srgbClr val="2F6318"/>
                </a:solidFill>
                <a:latin typeface="Crete Round"/>
                <a:ea typeface="Crete Round"/>
                <a:cs typeface="Crete Round"/>
                <a:sym typeface="Crete Round"/>
              </a:rPr>
              <a:t>Dimensional Model</a:t>
            </a:r>
            <a:endParaRPr b="0" sz="5000">
              <a:solidFill>
                <a:srgbClr val="2F6318"/>
              </a:solidFill>
              <a:latin typeface="Crete Round"/>
              <a:ea typeface="Crete Round"/>
              <a:cs typeface="Crete Round"/>
              <a:sym typeface="Crete Round"/>
            </a:endParaRPr>
          </a:p>
        </p:txBody>
      </p:sp>
      <p:pic>
        <p:nvPicPr>
          <p:cNvPr id="664" name="Google Shape;664;p3" title="Dimensional Model.jpg"/>
          <p:cNvPicPr preferRelativeResize="0"/>
          <p:nvPr/>
        </p:nvPicPr>
        <p:blipFill rotWithShape="1">
          <a:blip r:embed="rId3">
            <a:alphaModFix/>
          </a:blip>
          <a:srcRect b="6544" l="0" r="0" t="7218"/>
          <a:stretch/>
        </p:blipFill>
        <p:spPr>
          <a:xfrm>
            <a:off x="656500" y="1123950"/>
            <a:ext cx="7830998" cy="3798676"/>
          </a:xfrm>
          <a:prstGeom prst="rect">
            <a:avLst/>
          </a:prstGeom>
          <a:noFill/>
          <a:ln>
            <a:noFill/>
          </a:ln>
        </p:spPr>
      </p:pic>
      <p:sp>
        <p:nvSpPr>
          <p:cNvPr id="665" name="Google Shape;665;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
          <p:cNvSpPr txBox="1"/>
          <p:nvPr>
            <p:ph idx="1" type="subTitle"/>
          </p:nvPr>
        </p:nvSpPr>
        <p:spPr>
          <a:xfrm>
            <a:off x="398550" y="3915600"/>
            <a:ext cx="8346900" cy="12279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sz="1400"/>
              <a:t>The 4 most popular beverage categories sell in nearly identical volumes, the average discount rates are also almost identical across categories.</a:t>
            </a:r>
            <a:endParaRPr sz="1400"/>
          </a:p>
          <a:p>
            <a:pPr indent="0" lvl="0" marL="0" rtl="0" algn="l">
              <a:lnSpc>
                <a:spcPct val="100000"/>
              </a:lnSpc>
              <a:spcBef>
                <a:spcPts val="0"/>
              </a:spcBef>
              <a:spcAft>
                <a:spcPts val="0"/>
              </a:spcAft>
              <a:buSzPts val="1400"/>
              <a:buNone/>
            </a:pPr>
            <a:r>
              <a:t/>
            </a:r>
            <a:endParaRPr sz="1400"/>
          </a:p>
          <a:p>
            <a:pPr indent="-317500" lvl="0" marL="457200" rtl="0" algn="l">
              <a:lnSpc>
                <a:spcPct val="100000"/>
              </a:lnSpc>
              <a:spcBef>
                <a:spcPts val="0"/>
              </a:spcBef>
              <a:spcAft>
                <a:spcPts val="0"/>
              </a:spcAft>
              <a:buSzPts val="1400"/>
              <a:buChar char="●"/>
            </a:pPr>
            <a:r>
              <a:rPr lang="en" sz="1400"/>
              <a:t>Indicates a uniform non-targeted discount strategy. → Opportunity to adjust discounts by category to improve margins for strong performers that don’t need incentives.</a:t>
            </a:r>
            <a:endParaRPr sz="1400"/>
          </a:p>
          <a:p>
            <a:pPr indent="0" lvl="0" marL="0" rtl="0" algn="l">
              <a:lnSpc>
                <a:spcPct val="100000"/>
              </a:lnSpc>
              <a:spcBef>
                <a:spcPts val="0"/>
              </a:spcBef>
              <a:spcAft>
                <a:spcPts val="0"/>
              </a:spcAft>
              <a:buSzPts val="1400"/>
              <a:buNone/>
            </a:pPr>
            <a:r>
              <a:t/>
            </a:r>
            <a:endParaRPr/>
          </a:p>
        </p:txBody>
      </p:sp>
      <p:pic>
        <p:nvPicPr>
          <p:cNvPr id="671" name="Google Shape;671;p4"/>
          <p:cNvPicPr preferRelativeResize="0"/>
          <p:nvPr/>
        </p:nvPicPr>
        <p:blipFill rotWithShape="1">
          <a:blip r:embed="rId3">
            <a:alphaModFix/>
          </a:blip>
          <a:srcRect b="0" l="0" r="0" t="0"/>
          <a:stretch/>
        </p:blipFill>
        <p:spPr>
          <a:xfrm>
            <a:off x="2247762" y="1142475"/>
            <a:ext cx="4648476" cy="2773125"/>
          </a:xfrm>
          <a:prstGeom prst="rect">
            <a:avLst/>
          </a:prstGeom>
          <a:noFill/>
          <a:ln>
            <a:noFill/>
          </a:ln>
        </p:spPr>
      </p:pic>
      <p:sp>
        <p:nvSpPr>
          <p:cNvPr id="672" name="Google Shape;672;p4"/>
          <p:cNvSpPr txBox="1"/>
          <p:nvPr>
            <p:ph idx="4294967295" type="subTitle"/>
          </p:nvPr>
        </p:nvSpPr>
        <p:spPr>
          <a:xfrm>
            <a:off x="770450" y="84650"/>
            <a:ext cx="7096500" cy="899700"/>
          </a:xfrm>
          <a:prstGeom prst="rect">
            <a:avLst/>
          </a:prstGeom>
          <a:noFill/>
          <a:ln>
            <a:noFill/>
          </a:ln>
        </p:spPr>
        <p:txBody>
          <a:bodyPr anchorCtr="0" anchor="t" bIns="78125" lIns="78125" spcFirstLastPara="1" rIns="78125" wrap="square" tIns="78125">
            <a:noAutofit/>
          </a:bodyPr>
          <a:lstStyle/>
          <a:p>
            <a:pPr indent="0" lvl="0" marL="0" marR="0" rtl="0" algn="l">
              <a:lnSpc>
                <a:spcPct val="115000"/>
              </a:lnSpc>
              <a:spcBef>
                <a:spcPts val="0"/>
              </a:spcBef>
              <a:spcAft>
                <a:spcPts val="0"/>
              </a:spcAft>
              <a:buClr>
                <a:schemeClr val="dk1"/>
              </a:buClr>
              <a:buSzPts val="1400"/>
              <a:buFont typeface="Albert Sans"/>
              <a:buNone/>
            </a:pPr>
            <a:r>
              <a:rPr b="0" i="0" lang="en" sz="2400" u="none" cap="none" strike="noStrike">
                <a:solidFill>
                  <a:srgbClr val="000000"/>
                </a:solidFill>
                <a:latin typeface="Crete Round"/>
                <a:ea typeface="Crete Round"/>
                <a:cs typeface="Crete Round"/>
                <a:sym typeface="Crete Round"/>
              </a:rPr>
              <a:t>Which of the categories are most popular, and are any of those being discounted? </a:t>
            </a:r>
            <a:endParaRPr b="0" i="0" sz="2400" u="none" cap="none" strike="noStrike">
              <a:solidFill>
                <a:schemeClr val="dk1"/>
              </a:solidFill>
              <a:latin typeface="Crete Round"/>
              <a:ea typeface="Crete Round"/>
              <a:cs typeface="Crete Round"/>
              <a:sym typeface="Crete Round"/>
            </a:endParaRPr>
          </a:p>
        </p:txBody>
      </p:sp>
      <p:grpSp>
        <p:nvGrpSpPr>
          <p:cNvPr id="673" name="Google Shape;673;p4"/>
          <p:cNvGrpSpPr/>
          <p:nvPr/>
        </p:nvGrpSpPr>
        <p:grpSpPr>
          <a:xfrm>
            <a:off x="187118" y="182218"/>
            <a:ext cx="347475" cy="694936"/>
            <a:chOff x="3038099" y="4510461"/>
            <a:chExt cx="190460" cy="382674"/>
          </a:xfrm>
        </p:grpSpPr>
        <p:sp>
          <p:nvSpPr>
            <p:cNvPr id="674" name="Google Shape;674;p4"/>
            <p:cNvSpPr/>
            <p:nvPr/>
          </p:nvSpPr>
          <p:spPr>
            <a:xfrm>
              <a:off x="3047014" y="4589104"/>
              <a:ext cx="175871" cy="298356"/>
            </a:xfrm>
            <a:custGeom>
              <a:rect b="b" l="l" r="r" t="t"/>
              <a:pathLst>
                <a:path extrusionOk="0" h="298356" w="175871">
                  <a:moveTo>
                    <a:pt x="145074" y="124045"/>
                  </a:moveTo>
                  <a:cubicBezTo>
                    <a:pt x="155610" y="97290"/>
                    <a:pt x="175872" y="72968"/>
                    <a:pt x="175872" y="43781"/>
                  </a:cubicBezTo>
                  <a:cubicBezTo>
                    <a:pt x="175872" y="29187"/>
                    <a:pt x="172630" y="13783"/>
                    <a:pt x="166957" y="0"/>
                  </a:cubicBezTo>
                  <a:lnTo>
                    <a:pt x="8915" y="0"/>
                  </a:lnTo>
                  <a:cubicBezTo>
                    <a:pt x="3242" y="13783"/>
                    <a:pt x="0" y="29187"/>
                    <a:pt x="0" y="43781"/>
                  </a:cubicBezTo>
                  <a:cubicBezTo>
                    <a:pt x="0" y="72968"/>
                    <a:pt x="20262" y="97290"/>
                    <a:pt x="30798" y="124045"/>
                  </a:cubicBezTo>
                  <a:cubicBezTo>
                    <a:pt x="38092" y="143503"/>
                    <a:pt x="37282" y="167015"/>
                    <a:pt x="35661" y="188094"/>
                  </a:cubicBezTo>
                  <a:cubicBezTo>
                    <a:pt x="34040" y="207552"/>
                    <a:pt x="29987" y="263494"/>
                    <a:pt x="27556" y="287006"/>
                  </a:cubicBezTo>
                  <a:cubicBezTo>
                    <a:pt x="26745" y="292681"/>
                    <a:pt x="31608" y="298356"/>
                    <a:pt x="38092" y="298356"/>
                  </a:cubicBezTo>
                  <a:lnTo>
                    <a:pt x="136969" y="298356"/>
                  </a:lnTo>
                  <a:cubicBezTo>
                    <a:pt x="142643" y="298356"/>
                    <a:pt x="147505" y="293492"/>
                    <a:pt x="147505" y="287006"/>
                  </a:cubicBezTo>
                  <a:cubicBezTo>
                    <a:pt x="145884" y="262683"/>
                    <a:pt x="141022" y="206741"/>
                    <a:pt x="139401" y="188094"/>
                  </a:cubicBezTo>
                  <a:cubicBezTo>
                    <a:pt x="138590" y="167015"/>
                    <a:pt x="136969" y="143503"/>
                    <a:pt x="145074" y="124045"/>
                  </a:cubicBezTo>
                  <a:lnTo>
                    <a:pt x="145074" y="124045"/>
                  </a:lnTo>
                  <a:close/>
                </a:path>
              </a:pathLst>
            </a:custGeom>
            <a:solidFill>
              <a:srgbClr val="F5D401"/>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75" name="Google Shape;675;p4"/>
            <p:cNvSpPr/>
            <p:nvPr/>
          </p:nvSpPr>
          <p:spPr>
            <a:xfrm>
              <a:off x="3074482" y="4859895"/>
              <a:ext cx="120037" cy="27565"/>
            </a:xfrm>
            <a:custGeom>
              <a:rect b="b" l="l" r="r" t="t"/>
              <a:pathLst>
                <a:path extrusionOk="0" h="27565" w="120037">
                  <a:moveTo>
                    <a:pt x="119227" y="0"/>
                  </a:moveTo>
                  <a:lnTo>
                    <a:pt x="1709" y="0"/>
                  </a:lnTo>
                  <a:lnTo>
                    <a:pt x="88" y="16215"/>
                  </a:lnTo>
                  <a:cubicBezTo>
                    <a:pt x="-722" y="21890"/>
                    <a:pt x="4141" y="27565"/>
                    <a:pt x="10624" y="27565"/>
                  </a:cubicBezTo>
                  <a:lnTo>
                    <a:pt x="109502" y="27565"/>
                  </a:lnTo>
                  <a:cubicBezTo>
                    <a:pt x="115175" y="27565"/>
                    <a:pt x="120038" y="22701"/>
                    <a:pt x="120038" y="16215"/>
                  </a:cubicBezTo>
                  <a:lnTo>
                    <a:pt x="119227" y="0"/>
                  </a:lnTo>
                  <a:close/>
                </a:path>
              </a:pathLst>
            </a:custGeom>
            <a:solidFill>
              <a:srgbClr val="F59601"/>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76" name="Google Shape;676;p4"/>
            <p:cNvSpPr/>
            <p:nvPr/>
          </p:nvSpPr>
          <p:spPr>
            <a:xfrm>
              <a:off x="3081054" y="4718824"/>
              <a:ext cx="109413" cy="41348"/>
            </a:xfrm>
            <a:custGeom>
              <a:rect b="b" l="l" r="r" t="t"/>
              <a:pathLst>
                <a:path extrusionOk="0" h="41348" w="109413">
                  <a:moveTo>
                    <a:pt x="105361" y="41348"/>
                  </a:moveTo>
                  <a:lnTo>
                    <a:pt x="3242" y="41348"/>
                  </a:lnTo>
                  <a:cubicBezTo>
                    <a:pt x="4052" y="27565"/>
                    <a:pt x="3242" y="12972"/>
                    <a:pt x="0" y="0"/>
                  </a:cubicBezTo>
                  <a:lnTo>
                    <a:pt x="109413" y="0"/>
                  </a:lnTo>
                  <a:cubicBezTo>
                    <a:pt x="104551" y="12972"/>
                    <a:pt x="104551" y="27565"/>
                    <a:pt x="105361" y="41348"/>
                  </a:cubicBezTo>
                  <a:lnTo>
                    <a:pt x="105361" y="41348"/>
                  </a:lnTo>
                  <a:close/>
                </a:path>
              </a:pathLst>
            </a:custGeom>
            <a:solidFill>
              <a:srgbClr val="4E48AB"/>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77" name="Google Shape;677;p4"/>
            <p:cNvSpPr/>
            <p:nvPr/>
          </p:nvSpPr>
          <p:spPr>
            <a:xfrm>
              <a:off x="3046891" y="4514515"/>
              <a:ext cx="175287" cy="147556"/>
            </a:xfrm>
            <a:custGeom>
              <a:rect b="b" l="l" r="r" t="t"/>
              <a:pathLst>
                <a:path extrusionOk="0" h="147556" w="175287">
                  <a:moveTo>
                    <a:pt x="175185" y="51888"/>
                  </a:moveTo>
                  <a:cubicBezTo>
                    <a:pt x="174374" y="36484"/>
                    <a:pt x="162217" y="24323"/>
                    <a:pt x="146818" y="23512"/>
                  </a:cubicBezTo>
                  <a:cubicBezTo>
                    <a:pt x="139524" y="23512"/>
                    <a:pt x="133040" y="25133"/>
                    <a:pt x="127367" y="29187"/>
                  </a:cubicBezTo>
                  <a:cubicBezTo>
                    <a:pt x="122504" y="12161"/>
                    <a:pt x="106295" y="0"/>
                    <a:pt x="87654" y="0"/>
                  </a:cubicBezTo>
                  <a:cubicBezTo>
                    <a:pt x="69013" y="0"/>
                    <a:pt x="53614" y="12161"/>
                    <a:pt x="47941" y="29187"/>
                  </a:cubicBezTo>
                  <a:cubicBezTo>
                    <a:pt x="42268" y="25133"/>
                    <a:pt x="35784" y="22701"/>
                    <a:pt x="28490" y="23512"/>
                  </a:cubicBezTo>
                  <a:cubicBezTo>
                    <a:pt x="13091" y="24323"/>
                    <a:pt x="934" y="36484"/>
                    <a:pt x="123" y="51888"/>
                  </a:cubicBezTo>
                  <a:cubicBezTo>
                    <a:pt x="-687" y="60806"/>
                    <a:pt x="2555" y="68914"/>
                    <a:pt x="8228" y="74589"/>
                  </a:cubicBezTo>
                  <a:lnTo>
                    <a:pt x="49562" y="74589"/>
                  </a:lnTo>
                  <a:cubicBezTo>
                    <a:pt x="56046" y="74589"/>
                    <a:pt x="61719" y="80264"/>
                    <a:pt x="61719" y="86750"/>
                  </a:cubicBezTo>
                  <a:lnTo>
                    <a:pt x="61719" y="132153"/>
                  </a:lnTo>
                  <a:cubicBezTo>
                    <a:pt x="61719" y="140260"/>
                    <a:pt x="68203" y="147557"/>
                    <a:pt x="77118" y="147557"/>
                  </a:cubicBezTo>
                  <a:cubicBezTo>
                    <a:pt x="85223" y="147557"/>
                    <a:pt x="92517" y="141071"/>
                    <a:pt x="92517" y="132153"/>
                  </a:cubicBezTo>
                  <a:lnTo>
                    <a:pt x="92517" y="94858"/>
                  </a:lnTo>
                  <a:cubicBezTo>
                    <a:pt x="92517" y="88372"/>
                    <a:pt x="98190" y="82697"/>
                    <a:pt x="104674" y="82697"/>
                  </a:cubicBezTo>
                  <a:cubicBezTo>
                    <a:pt x="111158" y="82697"/>
                    <a:pt x="116831" y="88372"/>
                    <a:pt x="116831" y="94858"/>
                  </a:cubicBezTo>
                  <a:lnTo>
                    <a:pt x="116831" y="109451"/>
                  </a:lnTo>
                  <a:cubicBezTo>
                    <a:pt x="116831" y="117559"/>
                    <a:pt x="123315" y="124856"/>
                    <a:pt x="132230" y="124856"/>
                  </a:cubicBezTo>
                  <a:cubicBezTo>
                    <a:pt x="140334" y="124856"/>
                    <a:pt x="147629" y="118370"/>
                    <a:pt x="147629" y="109451"/>
                  </a:cubicBezTo>
                  <a:lnTo>
                    <a:pt x="147629" y="86750"/>
                  </a:lnTo>
                  <a:cubicBezTo>
                    <a:pt x="147629" y="80264"/>
                    <a:pt x="153302" y="74589"/>
                    <a:pt x="159786" y="74589"/>
                  </a:cubicBezTo>
                  <a:lnTo>
                    <a:pt x="166269" y="74589"/>
                  </a:lnTo>
                  <a:cubicBezTo>
                    <a:pt x="171943" y="68914"/>
                    <a:pt x="175995" y="60806"/>
                    <a:pt x="175185" y="51888"/>
                  </a:cubicBezTo>
                  <a:lnTo>
                    <a:pt x="175185" y="51888"/>
                  </a:lnTo>
                  <a:close/>
                </a:path>
              </a:pathLst>
            </a:custGeom>
            <a:solidFill>
              <a:srgbClr val="FFFFFF"/>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78" name="Google Shape;678;p4"/>
            <p:cNvSpPr/>
            <p:nvPr/>
          </p:nvSpPr>
          <p:spPr>
            <a:xfrm>
              <a:off x="3108610" y="4696123"/>
              <a:ext cx="53490" cy="84318"/>
            </a:xfrm>
            <a:custGeom>
              <a:rect b="b" l="l" r="r" t="t"/>
              <a:pathLst>
                <a:path extrusionOk="0" h="84318" w="53490">
                  <a:moveTo>
                    <a:pt x="26745" y="84318"/>
                  </a:moveTo>
                  <a:cubicBezTo>
                    <a:pt x="12157" y="84318"/>
                    <a:pt x="0" y="72157"/>
                    <a:pt x="0" y="57563"/>
                  </a:cubicBezTo>
                  <a:lnTo>
                    <a:pt x="0" y="26755"/>
                  </a:lnTo>
                  <a:cubicBezTo>
                    <a:pt x="0" y="12161"/>
                    <a:pt x="12157" y="0"/>
                    <a:pt x="26745" y="0"/>
                  </a:cubicBezTo>
                  <a:cubicBezTo>
                    <a:pt x="41334" y="0"/>
                    <a:pt x="53491" y="12161"/>
                    <a:pt x="53491" y="26755"/>
                  </a:cubicBezTo>
                  <a:lnTo>
                    <a:pt x="53491" y="57563"/>
                  </a:lnTo>
                  <a:cubicBezTo>
                    <a:pt x="53491" y="72157"/>
                    <a:pt x="41334" y="84318"/>
                    <a:pt x="26745" y="84318"/>
                  </a:cubicBezTo>
                  <a:lnTo>
                    <a:pt x="26745" y="84318"/>
                  </a:lnTo>
                  <a:close/>
                </a:path>
              </a:pathLst>
            </a:custGeom>
            <a:solidFill>
              <a:srgbClr val="191919"/>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79" name="Google Shape;679;p4"/>
            <p:cNvSpPr/>
            <p:nvPr/>
          </p:nvSpPr>
          <p:spPr>
            <a:xfrm>
              <a:off x="3108610" y="4696123"/>
              <a:ext cx="53490" cy="84318"/>
            </a:xfrm>
            <a:custGeom>
              <a:rect b="b" l="l" r="r" t="t"/>
              <a:pathLst>
                <a:path extrusionOk="0" h="84318" w="53490">
                  <a:moveTo>
                    <a:pt x="26745" y="84318"/>
                  </a:moveTo>
                  <a:cubicBezTo>
                    <a:pt x="12157" y="84318"/>
                    <a:pt x="0" y="72157"/>
                    <a:pt x="0" y="57563"/>
                  </a:cubicBezTo>
                  <a:lnTo>
                    <a:pt x="0" y="26755"/>
                  </a:lnTo>
                  <a:cubicBezTo>
                    <a:pt x="0" y="12161"/>
                    <a:pt x="12157" y="0"/>
                    <a:pt x="26745" y="0"/>
                  </a:cubicBezTo>
                  <a:cubicBezTo>
                    <a:pt x="41334" y="0"/>
                    <a:pt x="53491" y="12161"/>
                    <a:pt x="53491" y="26755"/>
                  </a:cubicBezTo>
                  <a:lnTo>
                    <a:pt x="53491" y="57563"/>
                  </a:lnTo>
                  <a:cubicBezTo>
                    <a:pt x="53491" y="72157"/>
                    <a:pt x="41334" y="84318"/>
                    <a:pt x="26745" y="84318"/>
                  </a:cubicBezTo>
                  <a:lnTo>
                    <a:pt x="26745" y="84318"/>
                  </a:lnTo>
                  <a:close/>
                </a:path>
              </a:pathLst>
            </a:custGeom>
            <a:solidFill>
              <a:srgbClr val="4E48AB"/>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sp>
          <p:nvSpPr>
            <p:cNvPr id="680" name="Google Shape;680;p4"/>
            <p:cNvSpPr/>
            <p:nvPr/>
          </p:nvSpPr>
          <p:spPr>
            <a:xfrm>
              <a:off x="3038099" y="4510461"/>
              <a:ext cx="190460" cy="382674"/>
            </a:xfrm>
            <a:custGeom>
              <a:rect b="b" l="l" r="r" t="t"/>
              <a:pathLst>
                <a:path extrusionOk="0" h="382674" w="190460">
                  <a:moveTo>
                    <a:pt x="171009" y="179176"/>
                  </a:moveTo>
                  <a:cubicBezTo>
                    <a:pt x="180735" y="161339"/>
                    <a:pt x="189650" y="143503"/>
                    <a:pt x="190460" y="122423"/>
                  </a:cubicBezTo>
                  <a:cubicBezTo>
                    <a:pt x="190460" y="107830"/>
                    <a:pt x="188029" y="93236"/>
                    <a:pt x="182356" y="79454"/>
                  </a:cubicBezTo>
                  <a:cubicBezTo>
                    <a:pt x="187218" y="72968"/>
                    <a:pt x="190460" y="64049"/>
                    <a:pt x="189650" y="55942"/>
                  </a:cubicBezTo>
                  <a:cubicBezTo>
                    <a:pt x="188839" y="38105"/>
                    <a:pt x="174251" y="23512"/>
                    <a:pt x="156421" y="22701"/>
                  </a:cubicBezTo>
                  <a:cubicBezTo>
                    <a:pt x="150747" y="22701"/>
                    <a:pt x="145074" y="23512"/>
                    <a:pt x="139401" y="25944"/>
                  </a:cubicBezTo>
                  <a:cubicBezTo>
                    <a:pt x="137780" y="21890"/>
                    <a:pt x="135348" y="18647"/>
                    <a:pt x="132107" y="15404"/>
                  </a:cubicBezTo>
                  <a:cubicBezTo>
                    <a:pt x="129675" y="12972"/>
                    <a:pt x="126433" y="12972"/>
                    <a:pt x="124002" y="14594"/>
                  </a:cubicBezTo>
                  <a:cubicBezTo>
                    <a:pt x="121570" y="17026"/>
                    <a:pt x="121570" y="20269"/>
                    <a:pt x="123191" y="22701"/>
                  </a:cubicBezTo>
                  <a:cubicBezTo>
                    <a:pt x="126433" y="26755"/>
                    <a:pt x="128865" y="30809"/>
                    <a:pt x="130486" y="35673"/>
                  </a:cubicBezTo>
                  <a:cubicBezTo>
                    <a:pt x="131296" y="38916"/>
                    <a:pt x="136159" y="40538"/>
                    <a:pt x="139401" y="38105"/>
                  </a:cubicBezTo>
                  <a:cubicBezTo>
                    <a:pt x="144264" y="34862"/>
                    <a:pt x="149126" y="33241"/>
                    <a:pt x="154800" y="33241"/>
                  </a:cubicBezTo>
                  <a:cubicBezTo>
                    <a:pt x="166957" y="34052"/>
                    <a:pt x="176682" y="43781"/>
                    <a:pt x="177493" y="55942"/>
                  </a:cubicBezTo>
                  <a:cubicBezTo>
                    <a:pt x="177493" y="62428"/>
                    <a:pt x="175872" y="68103"/>
                    <a:pt x="171820" y="72968"/>
                  </a:cubicBezTo>
                  <a:lnTo>
                    <a:pt x="167767" y="72968"/>
                  </a:lnTo>
                  <a:lnTo>
                    <a:pt x="167767" y="72968"/>
                  </a:lnTo>
                  <a:cubicBezTo>
                    <a:pt x="162904" y="72968"/>
                    <a:pt x="158852" y="74589"/>
                    <a:pt x="154800" y="77832"/>
                  </a:cubicBezTo>
                  <a:cubicBezTo>
                    <a:pt x="151558" y="81075"/>
                    <a:pt x="149937" y="85940"/>
                    <a:pt x="149937" y="90804"/>
                  </a:cubicBezTo>
                  <a:lnTo>
                    <a:pt x="149937" y="113505"/>
                  </a:lnTo>
                  <a:cubicBezTo>
                    <a:pt x="149937" y="118370"/>
                    <a:pt x="145884" y="123234"/>
                    <a:pt x="140211" y="123234"/>
                  </a:cubicBezTo>
                  <a:cubicBezTo>
                    <a:pt x="135348" y="123234"/>
                    <a:pt x="130486" y="119180"/>
                    <a:pt x="130486" y="113505"/>
                  </a:cubicBezTo>
                  <a:lnTo>
                    <a:pt x="130486" y="98912"/>
                  </a:lnTo>
                  <a:cubicBezTo>
                    <a:pt x="130486" y="89183"/>
                    <a:pt x="122381" y="81075"/>
                    <a:pt x="112655" y="81075"/>
                  </a:cubicBezTo>
                  <a:lnTo>
                    <a:pt x="112655" y="81075"/>
                  </a:lnTo>
                  <a:cubicBezTo>
                    <a:pt x="107792" y="81075"/>
                    <a:pt x="103740" y="82697"/>
                    <a:pt x="99688" y="85940"/>
                  </a:cubicBezTo>
                  <a:cubicBezTo>
                    <a:pt x="96446" y="89183"/>
                    <a:pt x="94825" y="94047"/>
                    <a:pt x="94825" y="98912"/>
                  </a:cubicBezTo>
                  <a:lnTo>
                    <a:pt x="94825" y="136206"/>
                  </a:lnTo>
                  <a:cubicBezTo>
                    <a:pt x="94825" y="141071"/>
                    <a:pt x="90773" y="145935"/>
                    <a:pt x="85099" y="145935"/>
                  </a:cubicBezTo>
                  <a:cubicBezTo>
                    <a:pt x="80236" y="145935"/>
                    <a:pt x="75374" y="141881"/>
                    <a:pt x="75374" y="136206"/>
                  </a:cubicBezTo>
                  <a:lnTo>
                    <a:pt x="75374" y="90804"/>
                  </a:lnTo>
                  <a:cubicBezTo>
                    <a:pt x="75374" y="81075"/>
                    <a:pt x="67269" y="72968"/>
                    <a:pt x="57543" y="72968"/>
                  </a:cubicBezTo>
                  <a:lnTo>
                    <a:pt x="18641" y="72968"/>
                  </a:lnTo>
                  <a:cubicBezTo>
                    <a:pt x="14588" y="68103"/>
                    <a:pt x="12968" y="62428"/>
                    <a:pt x="12968" y="56753"/>
                  </a:cubicBezTo>
                  <a:cubicBezTo>
                    <a:pt x="13778" y="44591"/>
                    <a:pt x="23504" y="34862"/>
                    <a:pt x="35661" y="34052"/>
                  </a:cubicBezTo>
                  <a:cubicBezTo>
                    <a:pt x="41334" y="34052"/>
                    <a:pt x="47007" y="35673"/>
                    <a:pt x="51060" y="38916"/>
                  </a:cubicBezTo>
                  <a:cubicBezTo>
                    <a:pt x="52681" y="39727"/>
                    <a:pt x="54301" y="40538"/>
                    <a:pt x="55922" y="39727"/>
                  </a:cubicBezTo>
                  <a:cubicBezTo>
                    <a:pt x="57543" y="38916"/>
                    <a:pt x="59164" y="38105"/>
                    <a:pt x="59164" y="35673"/>
                  </a:cubicBezTo>
                  <a:cubicBezTo>
                    <a:pt x="64027" y="21080"/>
                    <a:pt x="77805" y="10540"/>
                    <a:pt x="93204" y="10540"/>
                  </a:cubicBezTo>
                  <a:cubicBezTo>
                    <a:pt x="95635" y="10540"/>
                    <a:pt x="98067" y="10540"/>
                    <a:pt x="100498" y="11350"/>
                  </a:cubicBezTo>
                  <a:cubicBezTo>
                    <a:pt x="103740" y="12161"/>
                    <a:pt x="106172" y="9729"/>
                    <a:pt x="106982" y="7297"/>
                  </a:cubicBezTo>
                  <a:cubicBezTo>
                    <a:pt x="107792" y="4054"/>
                    <a:pt x="105361" y="1622"/>
                    <a:pt x="102930" y="811"/>
                  </a:cubicBezTo>
                  <a:cubicBezTo>
                    <a:pt x="99688" y="0"/>
                    <a:pt x="96446" y="0"/>
                    <a:pt x="93204" y="0"/>
                  </a:cubicBezTo>
                  <a:cubicBezTo>
                    <a:pt x="74563" y="0"/>
                    <a:pt x="58354" y="10540"/>
                    <a:pt x="51060" y="26755"/>
                  </a:cubicBezTo>
                  <a:cubicBezTo>
                    <a:pt x="46197" y="24323"/>
                    <a:pt x="39713" y="23512"/>
                    <a:pt x="34040" y="23512"/>
                  </a:cubicBezTo>
                  <a:cubicBezTo>
                    <a:pt x="16209" y="24323"/>
                    <a:pt x="1621" y="38916"/>
                    <a:pt x="811" y="56753"/>
                  </a:cubicBezTo>
                  <a:cubicBezTo>
                    <a:pt x="0" y="65671"/>
                    <a:pt x="3242" y="73778"/>
                    <a:pt x="8105" y="80264"/>
                  </a:cubicBezTo>
                  <a:cubicBezTo>
                    <a:pt x="2431" y="94047"/>
                    <a:pt x="0" y="108641"/>
                    <a:pt x="0" y="123234"/>
                  </a:cubicBezTo>
                  <a:cubicBezTo>
                    <a:pt x="0" y="144314"/>
                    <a:pt x="9726" y="162150"/>
                    <a:pt x="19451" y="179987"/>
                  </a:cubicBezTo>
                  <a:cubicBezTo>
                    <a:pt x="23504" y="188094"/>
                    <a:pt x="28366" y="197013"/>
                    <a:pt x="31608" y="205120"/>
                  </a:cubicBezTo>
                  <a:cubicBezTo>
                    <a:pt x="38903" y="223767"/>
                    <a:pt x="37282" y="248901"/>
                    <a:pt x="35661" y="266737"/>
                  </a:cubicBezTo>
                  <a:cubicBezTo>
                    <a:pt x="35661" y="269169"/>
                    <a:pt x="34850" y="272412"/>
                    <a:pt x="34850" y="276466"/>
                  </a:cubicBezTo>
                  <a:cubicBezTo>
                    <a:pt x="34850" y="279709"/>
                    <a:pt x="37282" y="282141"/>
                    <a:pt x="39713" y="282141"/>
                  </a:cubicBezTo>
                  <a:cubicBezTo>
                    <a:pt x="42955" y="282141"/>
                    <a:pt x="45386" y="279709"/>
                    <a:pt x="45386" y="277277"/>
                  </a:cubicBezTo>
                  <a:cubicBezTo>
                    <a:pt x="45386" y="273223"/>
                    <a:pt x="46197" y="269980"/>
                    <a:pt x="46197" y="267548"/>
                  </a:cubicBezTo>
                  <a:cubicBezTo>
                    <a:pt x="46197" y="264305"/>
                    <a:pt x="47007" y="260251"/>
                    <a:pt x="47007" y="256197"/>
                  </a:cubicBezTo>
                  <a:lnTo>
                    <a:pt x="62406" y="256197"/>
                  </a:lnTo>
                  <a:cubicBezTo>
                    <a:pt x="67269" y="268359"/>
                    <a:pt x="78616" y="276466"/>
                    <a:pt x="92394" y="276466"/>
                  </a:cubicBezTo>
                  <a:cubicBezTo>
                    <a:pt x="106172" y="276466"/>
                    <a:pt x="117518" y="268359"/>
                    <a:pt x="122381" y="256197"/>
                  </a:cubicBezTo>
                  <a:lnTo>
                    <a:pt x="137780" y="256197"/>
                  </a:lnTo>
                  <a:cubicBezTo>
                    <a:pt x="137780" y="260251"/>
                    <a:pt x="138590" y="264305"/>
                    <a:pt x="138590" y="267548"/>
                  </a:cubicBezTo>
                  <a:cubicBezTo>
                    <a:pt x="139401" y="282141"/>
                    <a:pt x="142643" y="316193"/>
                    <a:pt x="145074" y="344569"/>
                  </a:cubicBezTo>
                  <a:lnTo>
                    <a:pt x="39713" y="344569"/>
                  </a:lnTo>
                  <a:cubicBezTo>
                    <a:pt x="40523" y="331597"/>
                    <a:pt x="42144" y="316193"/>
                    <a:pt x="42955" y="302410"/>
                  </a:cubicBezTo>
                  <a:cubicBezTo>
                    <a:pt x="42955" y="299167"/>
                    <a:pt x="40523" y="296735"/>
                    <a:pt x="38092" y="296735"/>
                  </a:cubicBezTo>
                  <a:cubicBezTo>
                    <a:pt x="34850" y="296735"/>
                    <a:pt x="32419" y="299167"/>
                    <a:pt x="32419" y="301599"/>
                  </a:cubicBezTo>
                  <a:cubicBezTo>
                    <a:pt x="30798" y="317814"/>
                    <a:pt x="29987" y="334840"/>
                    <a:pt x="28366" y="349434"/>
                  </a:cubicBezTo>
                  <a:cubicBezTo>
                    <a:pt x="28366" y="349434"/>
                    <a:pt x="27556" y="361595"/>
                    <a:pt x="26746" y="365649"/>
                  </a:cubicBezTo>
                  <a:cubicBezTo>
                    <a:pt x="26746" y="369702"/>
                    <a:pt x="27556" y="374567"/>
                    <a:pt x="30798" y="377810"/>
                  </a:cubicBezTo>
                  <a:cubicBezTo>
                    <a:pt x="34040" y="381053"/>
                    <a:pt x="38092" y="382675"/>
                    <a:pt x="42144" y="382675"/>
                  </a:cubicBezTo>
                  <a:lnTo>
                    <a:pt x="141022" y="382675"/>
                  </a:lnTo>
                  <a:cubicBezTo>
                    <a:pt x="145074" y="382675"/>
                    <a:pt x="149937" y="381053"/>
                    <a:pt x="152368" y="377810"/>
                  </a:cubicBezTo>
                  <a:cubicBezTo>
                    <a:pt x="155610" y="374567"/>
                    <a:pt x="157231" y="370513"/>
                    <a:pt x="156421" y="365649"/>
                  </a:cubicBezTo>
                  <a:cubicBezTo>
                    <a:pt x="156421" y="361595"/>
                    <a:pt x="149937" y="281331"/>
                    <a:pt x="148316" y="266737"/>
                  </a:cubicBezTo>
                  <a:cubicBezTo>
                    <a:pt x="146695" y="248901"/>
                    <a:pt x="145074" y="224578"/>
                    <a:pt x="152368" y="205120"/>
                  </a:cubicBezTo>
                  <a:cubicBezTo>
                    <a:pt x="162094" y="196202"/>
                    <a:pt x="166957" y="187284"/>
                    <a:pt x="171009" y="179176"/>
                  </a:cubicBezTo>
                  <a:lnTo>
                    <a:pt x="171009" y="179176"/>
                  </a:lnTo>
                  <a:close/>
                  <a:moveTo>
                    <a:pt x="51870" y="244036"/>
                  </a:moveTo>
                  <a:cubicBezTo>
                    <a:pt x="51870" y="234307"/>
                    <a:pt x="51870" y="223767"/>
                    <a:pt x="49439" y="214849"/>
                  </a:cubicBezTo>
                  <a:cubicBezTo>
                    <a:pt x="49439" y="214849"/>
                    <a:pt x="49439" y="214849"/>
                    <a:pt x="49439" y="214849"/>
                  </a:cubicBezTo>
                  <a:lnTo>
                    <a:pt x="64027" y="214849"/>
                  </a:lnTo>
                  <a:lnTo>
                    <a:pt x="64027" y="244036"/>
                  </a:lnTo>
                  <a:cubicBezTo>
                    <a:pt x="64027" y="244036"/>
                    <a:pt x="64027" y="244847"/>
                    <a:pt x="64027" y="244847"/>
                  </a:cubicBezTo>
                  <a:lnTo>
                    <a:pt x="51870" y="244847"/>
                  </a:lnTo>
                  <a:close/>
                  <a:moveTo>
                    <a:pt x="118329" y="243225"/>
                  </a:moveTo>
                  <a:cubicBezTo>
                    <a:pt x="118329" y="254576"/>
                    <a:pt x="108603" y="264305"/>
                    <a:pt x="97256" y="264305"/>
                  </a:cubicBezTo>
                  <a:cubicBezTo>
                    <a:pt x="85910" y="264305"/>
                    <a:pt x="76184" y="254576"/>
                    <a:pt x="76184" y="243225"/>
                  </a:cubicBezTo>
                  <a:lnTo>
                    <a:pt x="76184" y="212417"/>
                  </a:lnTo>
                  <a:cubicBezTo>
                    <a:pt x="76184" y="201066"/>
                    <a:pt x="85910" y="191337"/>
                    <a:pt x="97256" y="191337"/>
                  </a:cubicBezTo>
                  <a:cubicBezTo>
                    <a:pt x="108603" y="191337"/>
                    <a:pt x="118329" y="201066"/>
                    <a:pt x="118329" y="212417"/>
                  </a:cubicBezTo>
                  <a:lnTo>
                    <a:pt x="118329" y="243225"/>
                  </a:lnTo>
                  <a:close/>
                  <a:moveTo>
                    <a:pt x="144264" y="214849"/>
                  </a:moveTo>
                  <a:cubicBezTo>
                    <a:pt x="142643" y="224578"/>
                    <a:pt x="141832" y="234307"/>
                    <a:pt x="141832" y="244036"/>
                  </a:cubicBezTo>
                  <a:lnTo>
                    <a:pt x="128865" y="244036"/>
                  </a:lnTo>
                  <a:cubicBezTo>
                    <a:pt x="128865" y="244036"/>
                    <a:pt x="128865" y="243225"/>
                    <a:pt x="128865" y="243225"/>
                  </a:cubicBezTo>
                  <a:lnTo>
                    <a:pt x="128865" y="214038"/>
                  </a:lnTo>
                  <a:lnTo>
                    <a:pt x="144264" y="214849"/>
                  </a:lnTo>
                  <a:cubicBezTo>
                    <a:pt x="144264" y="214038"/>
                    <a:pt x="144264" y="214849"/>
                    <a:pt x="144264" y="214849"/>
                  </a:cubicBezTo>
                  <a:lnTo>
                    <a:pt x="144264" y="214849"/>
                  </a:lnTo>
                  <a:close/>
                  <a:moveTo>
                    <a:pt x="149937" y="369702"/>
                  </a:moveTo>
                  <a:cubicBezTo>
                    <a:pt x="149126" y="370513"/>
                    <a:pt x="147505" y="371324"/>
                    <a:pt x="146695" y="371324"/>
                  </a:cubicBezTo>
                  <a:lnTo>
                    <a:pt x="47818" y="371324"/>
                  </a:lnTo>
                  <a:cubicBezTo>
                    <a:pt x="45386" y="371324"/>
                    <a:pt x="42955" y="368892"/>
                    <a:pt x="42955" y="366460"/>
                  </a:cubicBezTo>
                  <a:cubicBezTo>
                    <a:pt x="42955" y="364838"/>
                    <a:pt x="43765" y="355920"/>
                    <a:pt x="43765" y="355920"/>
                  </a:cubicBezTo>
                  <a:lnTo>
                    <a:pt x="150747" y="355920"/>
                  </a:lnTo>
                  <a:cubicBezTo>
                    <a:pt x="150747" y="355920"/>
                    <a:pt x="151558" y="365649"/>
                    <a:pt x="151558" y="366460"/>
                  </a:cubicBezTo>
                  <a:cubicBezTo>
                    <a:pt x="151558" y="367270"/>
                    <a:pt x="150747" y="368892"/>
                    <a:pt x="149937" y="369702"/>
                  </a:cubicBezTo>
                  <a:lnTo>
                    <a:pt x="149937" y="369702"/>
                  </a:lnTo>
                  <a:close/>
                  <a:moveTo>
                    <a:pt x="148316" y="200256"/>
                  </a:moveTo>
                  <a:cubicBezTo>
                    <a:pt x="148316" y="201066"/>
                    <a:pt x="147505" y="201877"/>
                    <a:pt x="147505" y="202688"/>
                  </a:cubicBezTo>
                  <a:cubicBezTo>
                    <a:pt x="147505" y="202688"/>
                    <a:pt x="136159" y="202688"/>
                    <a:pt x="128054" y="202688"/>
                  </a:cubicBezTo>
                  <a:cubicBezTo>
                    <a:pt x="124002" y="188905"/>
                    <a:pt x="111845" y="179176"/>
                    <a:pt x="97256" y="179176"/>
                  </a:cubicBezTo>
                  <a:cubicBezTo>
                    <a:pt x="82668" y="179176"/>
                    <a:pt x="69700" y="188905"/>
                    <a:pt x="66459" y="202688"/>
                  </a:cubicBezTo>
                  <a:cubicBezTo>
                    <a:pt x="57543" y="202688"/>
                    <a:pt x="47007" y="202688"/>
                    <a:pt x="47007" y="202688"/>
                  </a:cubicBezTo>
                  <a:cubicBezTo>
                    <a:pt x="43765" y="192148"/>
                    <a:pt x="38092" y="183230"/>
                    <a:pt x="33229" y="173501"/>
                  </a:cubicBezTo>
                  <a:cubicBezTo>
                    <a:pt x="24314" y="156475"/>
                    <a:pt x="15399" y="140260"/>
                    <a:pt x="15399" y="121613"/>
                  </a:cubicBezTo>
                  <a:cubicBezTo>
                    <a:pt x="15399" y="108641"/>
                    <a:pt x="17830" y="95669"/>
                    <a:pt x="22693" y="83507"/>
                  </a:cubicBezTo>
                  <a:lnTo>
                    <a:pt x="62406" y="83507"/>
                  </a:lnTo>
                  <a:cubicBezTo>
                    <a:pt x="64838" y="84318"/>
                    <a:pt x="67269" y="86750"/>
                    <a:pt x="67269" y="89993"/>
                  </a:cubicBezTo>
                  <a:lnTo>
                    <a:pt x="67269" y="135396"/>
                  </a:lnTo>
                  <a:cubicBezTo>
                    <a:pt x="67269" y="146746"/>
                    <a:pt x="76184" y="155664"/>
                    <a:pt x="87531" y="155664"/>
                  </a:cubicBezTo>
                  <a:cubicBezTo>
                    <a:pt x="98877" y="155664"/>
                    <a:pt x="107792" y="146746"/>
                    <a:pt x="107792" y="135396"/>
                  </a:cubicBezTo>
                  <a:lnTo>
                    <a:pt x="107792" y="98101"/>
                  </a:lnTo>
                  <a:cubicBezTo>
                    <a:pt x="107792" y="96479"/>
                    <a:pt x="108603" y="94858"/>
                    <a:pt x="109413" y="93236"/>
                  </a:cubicBezTo>
                  <a:cubicBezTo>
                    <a:pt x="111034" y="91615"/>
                    <a:pt x="112655" y="91615"/>
                    <a:pt x="114276" y="91615"/>
                  </a:cubicBezTo>
                  <a:cubicBezTo>
                    <a:pt x="117518" y="91615"/>
                    <a:pt x="120760" y="94858"/>
                    <a:pt x="120760" y="98101"/>
                  </a:cubicBezTo>
                  <a:lnTo>
                    <a:pt x="120760" y="112694"/>
                  </a:lnTo>
                  <a:cubicBezTo>
                    <a:pt x="120760" y="124045"/>
                    <a:pt x="129675" y="132963"/>
                    <a:pt x="141022" y="132963"/>
                  </a:cubicBezTo>
                  <a:cubicBezTo>
                    <a:pt x="152368" y="132963"/>
                    <a:pt x="161283" y="124045"/>
                    <a:pt x="161283" y="112694"/>
                  </a:cubicBezTo>
                  <a:lnTo>
                    <a:pt x="161283" y="89993"/>
                  </a:lnTo>
                  <a:cubicBezTo>
                    <a:pt x="161283" y="87561"/>
                    <a:pt x="163715" y="83507"/>
                    <a:pt x="166957" y="83507"/>
                  </a:cubicBezTo>
                  <a:lnTo>
                    <a:pt x="171820" y="83507"/>
                  </a:lnTo>
                  <a:cubicBezTo>
                    <a:pt x="176682" y="95669"/>
                    <a:pt x="179114" y="108641"/>
                    <a:pt x="179114" y="121613"/>
                  </a:cubicBezTo>
                  <a:cubicBezTo>
                    <a:pt x="179114" y="139449"/>
                    <a:pt x="170199" y="155664"/>
                    <a:pt x="161283" y="173501"/>
                  </a:cubicBezTo>
                  <a:cubicBezTo>
                    <a:pt x="156421" y="182419"/>
                    <a:pt x="152368" y="191337"/>
                    <a:pt x="148316" y="200256"/>
                  </a:cubicBezTo>
                  <a:lnTo>
                    <a:pt x="148316" y="200256"/>
                  </a:lnTo>
                  <a:close/>
                </a:path>
              </a:pathLst>
            </a:custGeom>
            <a:solidFill>
              <a:srgbClr val="191919"/>
            </a:solidFill>
            <a:ln>
              <a:noFill/>
            </a:ln>
          </p:spPr>
          <p:txBody>
            <a:bodyPr anchorCtr="0" anchor="ctr" bIns="77625" lIns="155300" spcFirstLastPara="1" rIns="155300" wrap="square" tIns="77625">
              <a:noAutofit/>
            </a:bodyPr>
            <a:lstStyle/>
            <a:p>
              <a:pPr indent="0" lvl="0" marL="0" marR="0" rtl="0" algn="l">
                <a:lnSpc>
                  <a:spcPct val="100000"/>
                </a:lnSpc>
                <a:spcBef>
                  <a:spcPts val="0"/>
                </a:spcBef>
                <a:spcAft>
                  <a:spcPts val="0"/>
                </a:spcAft>
                <a:buClr>
                  <a:srgbClr val="000000"/>
                </a:buClr>
                <a:buSzPts val="3057"/>
                <a:buFont typeface="Arial"/>
                <a:buNone/>
              </a:pPr>
              <a:r>
                <a:t/>
              </a:r>
              <a:endParaRPr b="0" i="0" sz="3057" u="none" cap="none" strike="noStrike">
                <a:solidFill>
                  <a:srgbClr val="000000"/>
                </a:solidFill>
                <a:latin typeface="Calibri"/>
                <a:ea typeface="Calibri"/>
                <a:cs typeface="Calibri"/>
                <a:sym typeface="Calibri"/>
              </a:endParaRPr>
            </a:p>
          </p:txBody>
        </p:sp>
      </p:grpSp>
      <p:sp>
        <p:nvSpPr>
          <p:cNvPr id="681" name="Google Shape;681;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5"/>
          <p:cNvSpPr txBox="1"/>
          <p:nvPr>
            <p:ph idx="1" type="subTitle"/>
          </p:nvPr>
        </p:nvSpPr>
        <p:spPr>
          <a:xfrm>
            <a:off x="5372225" y="1132425"/>
            <a:ext cx="2777100" cy="37569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n"/>
              <a:t>Soft drinks most frequently rank first.</a:t>
            </a:r>
            <a:endParaRPr/>
          </a:p>
          <a:p>
            <a:pPr indent="0" lvl="0" marL="0" rtl="0" algn="l">
              <a:lnSpc>
                <a:spcPct val="100000"/>
              </a:lnSpc>
              <a:spcBef>
                <a:spcPts val="0"/>
              </a:spcBef>
              <a:spcAft>
                <a:spcPts val="0"/>
              </a:spcAft>
              <a:buNone/>
            </a:pPr>
            <a:r>
              <a:t/>
            </a:r>
            <a:endParaRPr/>
          </a:p>
          <a:p>
            <a:pPr indent="-317500" lvl="0" marL="457200" rtl="0" algn="l">
              <a:lnSpc>
                <a:spcPct val="100000"/>
              </a:lnSpc>
              <a:spcBef>
                <a:spcPts val="0"/>
              </a:spcBef>
              <a:spcAft>
                <a:spcPts val="0"/>
              </a:spcAft>
              <a:buSzPts val="1400"/>
              <a:buChar char="●"/>
            </a:pPr>
            <a:r>
              <a:rPr lang="en"/>
              <a:t>Alcoholic beverages show increase in ranking in Aug-Oct.</a:t>
            </a:r>
            <a:endParaRPr/>
          </a:p>
        </p:txBody>
      </p:sp>
      <p:pic>
        <p:nvPicPr>
          <p:cNvPr id="687" name="Google Shape;687;p5" title="popularity_2023.png"/>
          <p:cNvPicPr preferRelativeResize="0"/>
          <p:nvPr/>
        </p:nvPicPr>
        <p:blipFill rotWithShape="1">
          <a:blip r:embed="rId3">
            <a:alphaModFix/>
          </a:blip>
          <a:srcRect b="0" l="0" r="0" t="8608"/>
          <a:stretch/>
        </p:blipFill>
        <p:spPr>
          <a:xfrm>
            <a:off x="952744" y="1132435"/>
            <a:ext cx="4419471" cy="1968288"/>
          </a:xfrm>
          <a:prstGeom prst="rect">
            <a:avLst/>
          </a:prstGeom>
          <a:noFill/>
          <a:ln cap="flat" cmpd="sng" w="9525">
            <a:solidFill>
              <a:schemeClr val="dk1"/>
            </a:solidFill>
            <a:prstDash val="solid"/>
            <a:round/>
            <a:headEnd len="sm" w="sm" type="none"/>
            <a:tailEnd len="sm" w="sm" type="none"/>
          </a:ln>
        </p:spPr>
      </p:pic>
      <p:sp>
        <p:nvSpPr>
          <p:cNvPr id="688" name="Google Shape;688;p5"/>
          <p:cNvSpPr txBox="1"/>
          <p:nvPr/>
        </p:nvSpPr>
        <p:spPr>
          <a:xfrm>
            <a:off x="616725" y="235326"/>
            <a:ext cx="8392800" cy="978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 sz="2400" u="none" cap="none" strike="noStrike">
                <a:solidFill>
                  <a:srgbClr val="000000"/>
                </a:solidFill>
                <a:latin typeface="Crete Round"/>
                <a:ea typeface="Crete Round"/>
                <a:cs typeface="Crete Round"/>
                <a:sym typeface="Crete Round"/>
              </a:rPr>
              <a:t>How does the popularity of each category change by month? Are there clear seasonal peaks?</a:t>
            </a:r>
            <a:endParaRPr b="0" i="0" sz="1281" u="none" cap="none" strike="noStrike">
              <a:solidFill>
                <a:schemeClr val="dk1"/>
              </a:solidFill>
              <a:latin typeface="Albert Sans"/>
              <a:ea typeface="Albert Sans"/>
              <a:cs typeface="Albert Sans"/>
              <a:sym typeface="Albert Sans"/>
            </a:endParaRPr>
          </a:p>
        </p:txBody>
      </p:sp>
      <p:grpSp>
        <p:nvGrpSpPr>
          <p:cNvPr id="689" name="Google Shape;689;p5"/>
          <p:cNvGrpSpPr/>
          <p:nvPr/>
        </p:nvGrpSpPr>
        <p:grpSpPr>
          <a:xfrm>
            <a:off x="228962" y="383080"/>
            <a:ext cx="342945" cy="660987"/>
            <a:chOff x="4358354" y="4508840"/>
            <a:chExt cx="199375" cy="384295"/>
          </a:xfrm>
        </p:grpSpPr>
        <p:sp>
          <p:nvSpPr>
            <p:cNvPr id="690" name="Google Shape;690;p5"/>
            <p:cNvSpPr/>
            <p:nvPr/>
          </p:nvSpPr>
          <p:spPr>
            <a:xfrm>
              <a:off x="4484787" y="4514515"/>
              <a:ext cx="34850" cy="23511"/>
            </a:xfrm>
            <a:custGeom>
              <a:rect b="b" l="l" r="r" t="t"/>
              <a:pathLst>
                <a:path extrusionOk="0" h="23511" w="34850">
                  <a:moveTo>
                    <a:pt x="34850" y="23512"/>
                  </a:moveTo>
                  <a:lnTo>
                    <a:pt x="0" y="23512"/>
                  </a:lnTo>
                  <a:lnTo>
                    <a:pt x="0" y="12161"/>
                  </a:lnTo>
                  <a:cubicBezTo>
                    <a:pt x="0" y="5675"/>
                    <a:pt x="5673" y="0"/>
                    <a:pt x="12157" y="0"/>
                  </a:cubicBezTo>
                  <a:lnTo>
                    <a:pt x="22693" y="0"/>
                  </a:lnTo>
                  <a:cubicBezTo>
                    <a:pt x="29177" y="0"/>
                    <a:pt x="34850" y="5675"/>
                    <a:pt x="34850" y="12161"/>
                  </a:cubicBezTo>
                  <a:lnTo>
                    <a:pt x="34850" y="23512"/>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1" name="Google Shape;691;p5"/>
            <p:cNvSpPr/>
            <p:nvPr/>
          </p:nvSpPr>
          <p:spPr>
            <a:xfrm>
              <a:off x="4368890" y="4569646"/>
              <a:ext cx="178303" cy="317814"/>
            </a:xfrm>
            <a:custGeom>
              <a:rect b="b" l="l" r="r" t="t"/>
              <a:pathLst>
                <a:path extrusionOk="0" h="317814" w="178303">
                  <a:moveTo>
                    <a:pt x="162904" y="0"/>
                  </a:moveTo>
                  <a:lnTo>
                    <a:pt x="16209" y="0"/>
                  </a:lnTo>
                  <a:lnTo>
                    <a:pt x="0" y="37294"/>
                  </a:lnTo>
                  <a:lnTo>
                    <a:pt x="0" y="280520"/>
                  </a:lnTo>
                  <a:lnTo>
                    <a:pt x="14589" y="313760"/>
                  </a:lnTo>
                  <a:cubicBezTo>
                    <a:pt x="15399" y="316193"/>
                    <a:pt x="17830" y="317814"/>
                    <a:pt x="20262" y="317814"/>
                  </a:cubicBezTo>
                  <a:lnTo>
                    <a:pt x="158042" y="317814"/>
                  </a:lnTo>
                  <a:cubicBezTo>
                    <a:pt x="160473" y="317814"/>
                    <a:pt x="162904" y="316193"/>
                    <a:pt x="163715" y="313760"/>
                  </a:cubicBezTo>
                  <a:lnTo>
                    <a:pt x="178303" y="280520"/>
                  </a:lnTo>
                  <a:lnTo>
                    <a:pt x="178303" y="37294"/>
                  </a:lnTo>
                  <a:lnTo>
                    <a:pt x="162904" y="0"/>
                  </a:lnTo>
                  <a:close/>
                </a:path>
              </a:pathLst>
            </a:custGeom>
            <a:solidFill>
              <a:srgbClr val="4E48AB"/>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2" name="Google Shape;692;p5"/>
            <p:cNvSpPr/>
            <p:nvPr/>
          </p:nvSpPr>
          <p:spPr>
            <a:xfrm>
              <a:off x="4364837" y="4538838"/>
              <a:ext cx="188028" cy="30808"/>
            </a:xfrm>
            <a:custGeom>
              <a:rect b="b" l="l" r="r" t="t"/>
              <a:pathLst>
                <a:path extrusionOk="0" h="30808" w="188028">
                  <a:moveTo>
                    <a:pt x="172630" y="30809"/>
                  </a:moveTo>
                  <a:lnTo>
                    <a:pt x="15399" y="30809"/>
                  </a:lnTo>
                  <a:cubicBezTo>
                    <a:pt x="6484" y="30809"/>
                    <a:pt x="0" y="23512"/>
                    <a:pt x="0" y="15404"/>
                  </a:cubicBezTo>
                  <a:cubicBezTo>
                    <a:pt x="0" y="6486"/>
                    <a:pt x="7294" y="0"/>
                    <a:pt x="15399" y="0"/>
                  </a:cubicBezTo>
                  <a:lnTo>
                    <a:pt x="172630" y="0"/>
                  </a:lnTo>
                  <a:cubicBezTo>
                    <a:pt x="181545" y="0"/>
                    <a:pt x="188029" y="7297"/>
                    <a:pt x="188029" y="15404"/>
                  </a:cubicBezTo>
                  <a:cubicBezTo>
                    <a:pt x="188029" y="23512"/>
                    <a:pt x="180735" y="30809"/>
                    <a:pt x="172630" y="30809"/>
                  </a:cubicBezTo>
                  <a:lnTo>
                    <a:pt x="172630" y="30809"/>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3" name="Google Shape;693;p5"/>
            <p:cNvSpPr/>
            <p:nvPr/>
          </p:nvSpPr>
          <p:spPr>
            <a:xfrm>
              <a:off x="4369700" y="4606941"/>
              <a:ext cx="178303" cy="243225"/>
            </a:xfrm>
            <a:custGeom>
              <a:rect b="b" l="l" r="r" t="t"/>
              <a:pathLst>
                <a:path extrusionOk="0" h="243225" w="178303">
                  <a:moveTo>
                    <a:pt x="0" y="0"/>
                  </a:moveTo>
                  <a:lnTo>
                    <a:pt x="178303" y="0"/>
                  </a:lnTo>
                  <a:lnTo>
                    <a:pt x="178303" y="243225"/>
                  </a:lnTo>
                  <a:lnTo>
                    <a:pt x="0" y="243225"/>
                  </a:lnTo>
                  <a:close/>
                </a:path>
              </a:pathLst>
            </a:custGeom>
            <a:solidFill>
              <a:srgbClr val="F59601"/>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4" name="Google Shape;694;p5"/>
            <p:cNvSpPr/>
            <p:nvPr/>
          </p:nvSpPr>
          <p:spPr>
            <a:xfrm>
              <a:off x="4390772" y="4660450"/>
              <a:ext cx="136158" cy="136206"/>
            </a:xfrm>
            <a:custGeom>
              <a:rect b="b" l="l" r="r" t="t"/>
              <a:pathLst>
                <a:path extrusionOk="0" h="136206" w="136158">
                  <a:moveTo>
                    <a:pt x="136159" y="68103"/>
                  </a:moveTo>
                  <a:cubicBezTo>
                    <a:pt x="136159" y="105398"/>
                    <a:pt x="105361" y="136206"/>
                    <a:pt x="68079" y="136206"/>
                  </a:cubicBezTo>
                  <a:cubicBezTo>
                    <a:pt x="30798" y="136206"/>
                    <a:pt x="0" y="105398"/>
                    <a:pt x="0" y="68103"/>
                  </a:cubicBezTo>
                  <a:cubicBezTo>
                    <a:pt x="0" y="30809"/>
                    <a:pt x="30798" y="0"/>
                    <a:pt x="68079" y="0"/>
                  </a:cubicBezTo>
                  <a:cubicBezTo>
                    <a:pt x="85910" y="0"/>
                    <a:pt x="103740" y="7297"/>
                    <a:pt x="116708" y="20269"/>
                  </a:cubicBezTo>
                  <a:cubicBezTo>
                    <a:pt x="128865" y="32430"/>
                    <a:pt x="136159" y="49456"/>
                    <a:pt x="136159" y="68103"/>
                  </a:cubicBezTo>
                  <a:lnTo>
                    <a:pt x="136159" y="68103"/>
                  </a:lnTo>
                  <a:close/>
                </a:path>
              </a:pathLst>
            </a:custGeom>
            <a:solidFill>
              <a:srgbClr val="F59601"/>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5" name="Google Shape;695;p5"/>
            <p:cNvSpPr/>
            <p:nvPr/>
          </p:nvSpPr>
          <p:spPr>
            <a:xfrm>
              <a:off x="4458852" y="4686031"/>
              <a:ext cx="34596" cy="37189"/>
            </a:xfrm>
            <a:custGeom>
              <a:rect b="b" l="l" r="r" t="t"/>
              <a:pathLst>
                <a:path extrusionOk="0" h="37189" w="34596">
                  <a:moveTo>
                    <a:pt x="30798" y="25497"/>
                  </a:moveTo>
                  <a:lnTo>
                    <a:pt x="11347" y="36036"/>
                  </a:lnTo>
                  <a:cubicBezTo>
                    <a:pt x="6484" y="39279"/>
                    <a:pt x="0" y="35225"/>
                    <a:pt x="0" y="29550"/>
                  </a:cubicBezTo>
                  <a:lnTo>
                    <a:pt x="0" y="7660"/>
                  </a:lnTo>
                  <a:cubicBezTo>
                    <a:pt x="0" y="2795"/>
                    <a:pt x="4863" y="-1258"/>
                    <a:pt x="9726" y="363"/>
                  </a:cubicBezTo>
                  <a:cubicBezTo>
                    <a:pt x="18641" y="2795"/>
                    <a:pt x="26745" y="7660"/>
                    <a:pt x="33229" y="14146"/>
                  </a:cubicBezTo>
                  <a:cubicBezTo>
                    <a:pt x="35661" y="17389"/>
                    <a:pt x="34850" y="23064"/>
                    <a:pt x="30798" y="25497"/>
                  </a:cubicBezTo>
                  <a:lnTo>
                    <a:pt x="30798" y="25497"/>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6" name="Google Shape;696;p5"/>
            <p:cNvSpPr/>
            <p:nvPr/>
          </p:nvSpPr>
          <p:spPr>
            <a:xfrm>
              <a:off x="4423898" y="4685460"/>
              <a:ext cx="34953" cy="37760"/>
            </a:xfrm>
            <a:custGeom>
              <a:rect b="b" l="l" r="r" t="t"/>
              <a:pathLst>
                <a:path extrusionOk="0" h="37760" w="34953">
                  <a:moveTo>
                    <a:pt x="34954" y="8231"/>
                  </a:moveTo>
                  <a:lnTo>
                    <a:pt x="34954" y="30121"/>
                  </a:lnTo>
                  <a:cubicBezTo>
                    <a:pt x="34954" y="35796"/>
                    <a:pt x="28470" y="39850"/>
                    <a:pt x="23607" y="36607"/>
                  </a:cubicBezTo>
                  <a:lnTo>
                    <a:pt x="4156" y="26067"/>
                  </a:lnTo>
                  <a:cubicBezTo>
                    <a:pt x="104" y="23635"/>
                    <a:pt x="-1517" y="17960"/>
                    <a:pt x="1725" y="13906"/>
                  </a:cubicBezTo>
                  <a:cubicBezTo>
                    <a:pt x="7398" y="7420"/>
                    <a:pt x="15503" y="1745"/>
                    <a:pt x="25228" y="123"/>
                  </a:cubicBezTo>
                  <a:cubicBezTo>
                    <a:pt x="30091" y="-688"/>
                    <a:pt x="34954" y="2555"/>
                    <a:pt x="34954" y="8231"/>
                  </a:cubicBezTo>
                  <a:lnTo>
                    <a:pt x="34954" y="8231"/>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7" name="Google Shape;697;p5"/>
            <p:cNvSpPr/>
            <p:nvPr/>
          </p:nvSpPr>
          <p:spPr>
            <a:xfrm>
              <a:off x="4458041" y="4733886"/>
              <a:ext cx="35174" cy="36950"/>
            </a:xfrm>
            <a:custGeom>
              <a:rect b="b" l="l" r="r" t="t"/>
              <a:pathLst>
                <a:path extrusionOk="0" h="36950" w="35174">
                  <a:moveTo>
                    <a:pt x="33229" y="23043"/>
                  </a:moveTo>
                  <a:cubicBezTo>
                    <a:pt x="27556" y="29529"/>
                    <a:pt x="19451" y="35204"/>
                    <a:pt x="9726" y="36826"/>
                  </a:cubicBezTo>
                  <a:cubicBezTo>
                    <a:pt x="4863" y="37637"/>
                    <a:pt x="0" y="34394"/>
                    <a:pt x="0" y="29529"/>
                  </a:cubicBezTo>
                  <a:lnTo>
                    <a:pt x="0" y="7639"/>
                  </a:lnTo>
                  <a:cubicBezTo>
                    <a:pt x="0" y="1964"/>
                    <a:pt x="6484" y="-2090"/>
                    <a:pt x="11347" y="1153"/>
                  </a:cubicBezTo>
                  <a:lnTo>
                    <a:pt x="30798" y="11693"/>
                  </a:lnTo>
                  <a:cubicBezTo>
                    <a:pt x="35661" y="14125"/>
                    <a:pt x="36471" y="19800"/>
                    <a:pt x="33229" y="23043"/>
                  </a:cubicBezTo>
                  <a:lnTo>
                    <a:pt x="33229" y="23043"/>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8" name="Google Shape;698;p5"/>
            <p:cNvSpPr/>
            <p:nvPr/>
          </p:nvSpPr>
          <p:spPr>
            <a:xfrm>
              <a:off x="4423677" y="4733509"/>
              <a:ext cx="35174" cy="37567"/>
            </a:xfrm>
            <a:custGeom>
              <a:rect b="b" l="l" r="r" t="t"/>
              <a:pathLst>
                <a:path extrusionOk="0" h="37567" w="35174">
                  <a:moveTo>
                    <a:pt x="35174" y="8017"/>
                  </a:moveTo>
                  <a:lnTo>
                    <a:pt x="35174" y="29907"/>
                  </a:lnTo>
                  <a:cubicBezTo>
                    <a:pt x="35174" y="34772"/>
                    <a:pt x="30311" y="38825"/>
                    <a:pt x="25449" y="37204"/>
                  </a:cubicBezTo>
                  <a:cubicBezTo>
                    <a:pt x="16534" y="34772"/>
                    <a:pt x="8429" y="29907"/>
                    <a:pt x="1945" y="23421"/>
                  </a:cubicBezTo>
                  <a:cubicBezTo>
                    <a:pt x="-1297" y="19367"/>
                    <a:pt x="-486" y="13692"/>
                    <a:pt x="4377" y="11260"/>
                  </a:cubicBezTo>
                  <a:lnTo>
                    <a:pt x="23828" y="720"/>
                  </a:lnTo>
                  <a:cubicBezTo>
                    <a:pt x="28691" y="-1712"/>
                    <a:pt x="35174" y="2342"/>
                    <a:pt x="35174" y="8017"/>
                  </a:cubicBezTo>
                  <a:lnTo>
                    <a:pt x="35174" y="8017"/>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699" name="Google Shape;699;p5"/>
            <p:cNvSpPr/>
            <p:nvPr/>
          </p:nvSpPr>
          <p:spPr>
            <a:xfrm>
              <a:off x="4466754" y="4710557"/>
              <a:ext cx="36673" cy="35976"/>
            </a:xfrm>
            <a:custGeom>
              <a:rect b="b" l="l" r="r" t="t"/>
              <a:pathLst>
                <a:path extrusionOk="0" h="35976" w="36673">
                  <a:moveTo>
                    <a:pt x="22896" y="35022"/>
                  </a:moveTo>
                  <a:lnTo>
                    <a:pt x="4255" y="24482"/>
                  </a:lnTo>
                  <a:cubicBezTo>
                    <a:pt x="-1418" y="21239"/>
                    <a:pt x="-1418" y="13942"/>
                    <a:pt x="4255" y="10699"/>
                  </a:cubicBezTo>
                  <a:lnTo>
                    <a:pt x="22896" y="970"/>
                  </a:lnTo>
                  <a:cubicBezTo>
                    <a:pt x="26948" y="-1462"/>
                    <a:pt x="32621" y="970"/>
                    <a:pt x="34243" y="5024"/>
                  </a:cubicBezTo>
                  <a:cubicBezTo>
                    <a:pt x="37484" y="13942"/>
                    <a:pt x="37484" y="22050"/>
                    <a:pt x="34243" y="30157"/>
                  </a:cubicBezTo>
                  <a:cubicBezTo>
                    <a:pt x="32621" y="35022"/>
                    <a:pt x="26948" y="37454"/>
                    <a:pt x="22896" y="35022"/>
                  </a:cubicBezTo>
                  <a:lnTo>
                    <a:pt x="22896" y="35022"/>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700" name="Google Shape;700;p5"/>
            <p:cNvSpPr/>
            <p:nvPr/>
          </p:nvSpPr>
          <p:spPr>
            <a:xfrm>
              <a:off x="4413465" y="4710557"/>
              <a:ext cx="36673" cy="35976"/>
            </a:xfrm>
            <a:custGeom>
              <a:rect b="b" l="l" r="r" t="t"/>
              <a:pathLst>
                <a:path extrusionOk="0" h="35976" w="36673">
                  <a:moveTo>
                    <a:pt x="13778" y="35022"/>
                  </a:moveTo>
                  <a:lnTo>
                    <a:pt x="32419" y="24482"/>
                  </a:lnTo>
                  <a:cubicBezTo>
                    <a:pt x="38092" y="21239"/>
                    <a:pt x="38092" y="13942"/>
                    <a:pt x="32419" y="10699"/>
                  </a:cubicBezTo>
                  <a:lnTo>
                    <a:pt x="13778" y="970"/>
                  </a:lnTo>
                  <a:cubicBezTo>
                    <a:pt x="9726" y="-1462"/>
                    <a:pt x="4052" y="970"/>
                    <a:pt x="2432" y="5024"/>
                  </a:cubicBezTo>
                  <a:cubicBezTo>
                    <a:pt x="-811" y="13942"/>
                    <a:pt x="-811" y="22050"/>
                    <a:pt x="2432" y="30157"/>
                  </a:cubicBezTo>
                  <a:cubicBezTo>
                    <a:pt x="4863" y="35022"/>
                    <a:pt x="9726" y="37454"/>
                    <a:pt x="13778" y="35022"/>
                  </a:cubicBezTo>
                  <a:lnTo>
                    <a:pt x="13778" y="35022"/>
                  </a:lnTo>
                  <a:close/>
                </a:path>
              </a:pathLst>
            </a:custGeom>
            <a:solidFill>
              <a:srgbClr val="FFFFFF"/>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701" name="Google Shape;701;p5"/>
            <p:cNvSpPr/>
            <p:nvPr/>
          </p:nvSpPr>
          <p:spPr>
            <a:xfrm>
              <a:off x="4445074" y="4714771"/>
              <a:ext cx="27556" cy="27565"/>
            </a:xfrm>
            <a:custGeom>
              <a:rect b="b" l="l" r="r" t="t"/>
              <a:pathLst>
                <a:path extrusionOk="0" h="27565" w="27556">
                  <a:moveTo>
                    <a:pt x="27556" y="13783"/>
                  </a:moveTo>
                  <a:cubicBezTo>
                    <a:pt x="27556" y="21080"/>
                    <a:pt x="21072" y="27565"/>
                    <a:pt x="13778" y="27565"/>
                  </a:cubicBezTo>
                  <a:cubicBezTo>
                    <a:pt x="6484" y="27565"/>
                    <a:pt x="0" y="21080"/>
                    <a:pt x="0" y="13783"/>
                  </a:cubicBezTo>
                  <a:cubicBezTo>
                    <a:pt x="0" y="6486"/>
                    <a:pt x="6484" y="0"/>
                    <a:pt x="13778" y="0"/>
                  </a:cubicBezTo>
                  <a:cubicBezTo>
                    <a:pt x="21072" y="0"/>
                    <a:pt x="27556" y="5675"/>
                    <a:pt x="27556" y="13783"/>
                  </a:cubicBezTo>
                  <a:lnTo>
                    <a:pt x="27556" y="13783"/>
                  </a:lnTo>
                  <a:close/>
                </a:path>
              </a:pathLst>
            </a:custGeom>
            <a:solidFill>
              <a:srgbClr val="F59601"/>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702" name="Google Shape;702;p5"/>
            <p:cNvSpPr/>
            <p:nvPr/>
          </p:nvSpPr>
          <p:spPr>
            <a:xfrm>
              <a:off x="4358354" y="4508840"/>
              <a:ext cx="199375" cy="384295"/>
            </a:xfrm>
            <a:custGeom>
              <a:rect b="b" l="l" r="r" t="t"/>
              <a:pathLst>
                <a:path extrusionOk="0" h="384295" w="199375">
                  <a:moveTo>
                    <a:pt x="194513" y="95669"/>
                  </a:moveTo>
                  <a:lnTo>
                    <a:pt x="181545" y="65671"/>
                  </a:lnTo>
                  <a:cubicBezTo>
                    <a:pt x="192081" y="64049"/>
                    <a:pt x="199375" y="55131"/>
                    <a:pt x="199375" y="44591"/>
                  </a:cubicBezTo>
                  <a:cubicBezTo>
                    <a:pt x="199375" y="33241"/>
                    <a:pt x="189650" y="23512"/>
                    <a:pt x="178303" y="23512"/>
                  </a:cubicBezTo>
                  <a:lnTo>
                    <a:pt x="166146" y="23512"/>
                  </a:lnTo>
                  <a:lnTo>
                    <a:pt x="166146" y="17836"/>
                  </a:lnTo>
                  <a:cubicBezTo>
                    <a:pt x="166146" y="8108"/>
                    <a:pt x="158042" y="0"/>
                    <a:pt x="148316" y="0"/>
                  </a:cubicBezTo>
                  <a:lnTo>
                    <a:pt x="137780" y="0"/>
                  </a:lnTo>
                  <a:cubicBezTo>
                    <a:pt x="128054" y="0"/>
                    <a:pt x="119949" y="8108"/>
                    <a:pt x="119949" y="17836"/>
                  </a:cubicBezTo>
                  <a:lnTo>
                    <a:pt x="119949" y="23512"/>
                  </a:lnTo>
                  <a:lnTo>
                    <a:pt x="21072" y="23512"/>
                  </a:lnTo>
                  <a:cubicBezTo>
                    <a:pt x="9725" y="23512"/>
                    <a:pt x="0" y="33241"/>
                    <a:pt x="0" y="44591"/>
                  </a:cubicBezTo>
                  <a:cubicBezTo>
                    <a:pt x="0" y="55131"/>
                    <a:pt x="8105" y="64049"/>
                    <a:pt x="17830" y="65671"/>
                  </a:cubicBezTo>
                  <a:lnTo>
                    <a:pt x="4863" y="95669"/>
                  </a:lnTo>
                  <a:lnTo>
                    <a:pt x="4863" y="95669"/>
                  </a:lnTo>
                  <a:cubicBezTo>
                    <a:pt x="4863" y="96479"/>
                    <a:pt x="4052" y="97290"/>
                    <a:pt x="4052" y="98101"/>
                  </a:cubicBezTo>
                  <a:lnTo>
                    <a:pt x="4052" y="283763"/>
                  </a:lnTo>
                  <a:cubicBezTo>
                    <a:pt x="4052" y="287006"/>
                    <a:pt x="6484" y="289438"/>
                    <a:pt x="9725" y="289438"/>
                  </a:cubicBezTo>
                  <a:cubicBezTo>
                    <a:pt x="12968" y="289438"/>
                    <a:pt x="15399" y="287006"/>
                    <a:pt x="15399" y="283763"/>
                  </a:cubicBezTo>
                  <a:lnTo>
                    <a:pt x="15399" y="103776"/>
                  </a:lnTo>
                  <a:lnTo>
                    <a:pt x="182356" y="103776"/>
                  </a:lnTo>
                  <a:lnTo>
                    <a:pt x="182356" y="335651"/>
                  </a:lnTo>
                  <a:lnTo>
                    <a:pt x="15399" y="335651"/>
                  </a:lnTo>
                  <a:lnTo>
                    <a:pt x="15399" y="309707"/>
                  </a:lnTo>
                  <a:cubicBezTo>
                    <a:pt x="15399" y="306464"/>
                    <a:pt x="12968" y="304032"/>
                    <a:pt x="9725" y="304032"/>
                  </a:cubicBezTo>
                  <a:cubicBezTo>
                    <a:pt x="6484" y="304032"/>
                    <a:pt x="4052" y="306464"/>
                    <a:pt x="4052" y="309707"/>
                  </a:cubicBezTo>
                  <a:lnTo>
                    <a:pt x="4052" y="341326"/>
                  </a:lnTo>
                  <a:cubicBezTo>
                    <a:pt x="4052" y="342137"/>
                    <a:pt x="4052" y="342948"/>
                    <a:pt x="4863" y="343758"/>
                  </a:cubicBezTo>
                  <a:cubicBezTo>
                    <a:pt x="4863" y="343758"/>
                    <a:pt x="4863" y="343758"/>
                    <a:pt x="4863" y="343758"/>
                  </a:cubicBezTo>
                  <a:lnTo>
                    <a:pt x="19451" y="376999"/>
                  </a:lnTo>
                  <a:cubicBezTo>
                    <a:pt x="21072" y="381053"/>
                    <a:pt x="25935" y="384296"/>
                    <a:pt x="30798" y="384296"/>
                  </a:cubicBezTo>
                  <a:lnTo>
                    <a:pt x="168578" y="384296"/>
                  </a:lnTo>
                  <a:cubicBezTo>
                    <a:pt x="173440" y="384296"/>
                    <a:pt x="177493" y="381053"/>
                    <a:pt x="179924" y="376999"/>
                  </a:cubicBezTo>
                  <a:lnTo>
                    <a:pt x="194513" y="343758"/>
                  </a:lnTo>
                  <a:cubicBezTo>
                    <a:pt x="194513" y="343758"/>
                    <a:pt x="194513" y="343758"/>
                    <a:pt x="194513" y="343758"/>
                  </a:cubicBezTo>
                  <a:cubicBezTo>
                    <a:pt x="194513" y="342948"/>
                    <a:pt x="195323" y="342137"/>
                    <a:pt x="195323" y="341326"/>
                  </a:cubicBezTo>
                  <a:lnTo>
                    <a:pt x="195323" y="98101"/>
                  </a:lnTo>
                  <a:cubicBezTo>
                    <a:pt x="195323" y="97290"/>
                    <a:pt x="195323" y="96479"/>
                    <a:pt x="194513" y="95669"/>
                  </a:cubicBezTo>
                  <a:cubicBezTo>
                    <a:pt x="194513" y="95669"/>
                    <a:pt x="194513" y="95669"/>
                    <a:pt x="194513" y="95669"/>
                  </a:cubicBezTo>
                  <a:lnTo>
                    <a:pt x="194513" y="95669"/>
                  </a:lnTo>
                  <a:close/>
                  <a:moveTo>
                    <a:pt x="132106" y="18647"/>
                  </a:moveTo>
                  <a:cubicBezTo>
                    <a:pt x="132106" y="15404"/>
                    <a:pt x="135348" y="12161"/>
                    <a:pt x="138590" y="12161"/>
                  </a:cubicBezTo>
                  <a:lnTo>
                    <a:pt x="149126" y="12161"/>
                  </a:lnTo>
                  <a:cubicBezTo>
                    <a:pt x="152368" y="12161"/>
                    <a:pt x="155610" y="15404"/>
                    <a:pt x="155610" y="18647"/>
                  </a:cubicBezTo>
                  <a:lnTo>
                    <a:pt x="155610" y="24323"/>
                  </a:lnTo>
                  <a:lnTo>
                    <a:pt x="132106" y="24323"/>
                  </a:lnTo>
                  <a:lnTo>
                    <a:pt x="132106" y="18647"/>
                  </a:lnTo>
                  <a:close/>
                  <a:moveTo>
                    <a:pt x="12157" y="45402"/>
                  </a:moveTo>
                  <a:cubicBezTo>
                    <a:pt x="12157" y="39727"/>
                    <a:pt x="17020" y="35673"/>
                    <a:pt x="21883" y="35673"/>
                  </a:cubicBezTo>
                  <a:lnTo>
                    <a:pt x="179114" y="35673"/>
                  </a:lnTo>
                  <a:cubicBezTo>
                    <a:pt x="184787" y="35673"/>
                    <a:pt x="188839" y="40538"/>
                    <a:pt x="188839" y="45402"/>
                  </a:cubicBezTo>
                  <a:cubicBezTo>
                    <a:pt x="188839" y="51077"/>
                    <a:pt x="183976" y="55131"/>
                    <a:pt x="179114" y="55131"/>
                  </a:cubicBezTo>
                  <a:lnTo>
                    <a:pt x="21883" y="55131"/>
                  </a:lnTo>
                  <a:cubicBezTo>
                    <a:pt x="16209" y="55131"/>
                    <a:pt x="12157" y="51077"/>
                    <a:pt x="12157" y="45402"/>
                  </a:cubicBezTo>
                  <a:lnTo>
                    <a:pt x="12157" y="45402"/>
                  </a:lnTo>
                  <a:close/>
                  <a:moveTo>
                    <a:pt x="19451" y="92426"/>
                  </a:moveTo>
                  <a:lnTo>
                    <a:pt x="30798" y="66481"/>
                  </a:lnTo>
                  <a:lnTo>
                    <a:pt x="170199" y="66481"/>
                  </a:lnTo>
                  <a:lnTo>
                    <a:pt x="181545" y="92426"/>
                  </a:lnTo>
                  <a:lnTo>
                    <a:pt x="19451" y="92426"/>
                  </a:lnTo>
                  <a:close/>
                  <a:moveTo>
                    <a:pt x="170199" y="372135"/>
                  </a:moveTo>
                  <a:cubicBezTo>
                    <a:pt x="170199" y="372135"/>
                    <a:pt x="169388" y="372945"/>
                    <a:pt x="170199" y="372135"/>
                  </a:cubicBezTo>
                  <a:lnTo>
                    <a:pt x="31608" y="372945"/>
                  </a:lnTo>
                  <a:cubicBezTo>
                    <a:pt x="31608" y="372945"/>
                    <a:pt x="30798" y="372945"/>
                    <a:pt x="30798" y="372135"/>
                  </a:cubicBezTo>
                  <a:lnTo>
                    <a:pt x="19451" y="347001"/>
                  </a:lnTo>
                  <a:lnTo>
                    <a:pt x="180735" y="347001"/>
                  </a:lnTo>
                  <a:lnTo>
                    <a:pt x="170199" y="372135"/>
                  </a:lnTo>
                  <a:close/>
                </a:path>
              </a:pathLst>
            </a:custGeom>
            <a:solidFill>
              <a:srgbClr val="191919"/>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703" name="Google Shape;703;p5"/>
            <p:cNvSpPr/>
            <p:nvPr/>
          </p:nvSpPr>
          <p:spPr>
            <a:xfrm>
              <a:off x="4385099" y="4654775"/>
              <a:ext cx="147505" cy="147556"/>
            </a:xfrm>
            <a:custGeom>
              <a:rect b="b" l="l" r="r" t="t"/>
              <a:pathLst>
                <a:path extrusionOk="0" h="147556" w="147505">
                  <a:moveTo>
                    <a:pt x="123191" y="18647"/>
                  </a:moveTo>
                  <a:cubicBezTo>
                    <a:pt x="109413" y="6486"/>
                    <a:pt x="92393" y="0"/>
                    <a:pt x="73753" y="0"/>
                  </a:cubicBezTo>
                  <a:cubicBezTo>
                    <a:pt x="33229" y="0"/>
                    <a:pt x="0" y="33241"/>
                    <a:pt x="0" y="73778"/>
                  </a:cubicBezTo>
                  <a:cubicBezTo>
                    <a:pt x="0" y="114316"/>
                    <a:pt x="33229" y="147557"/>
                    <a:pt x="73753" y="147557"/>
                  </a:cubicBezTo>
                  <a:cubicBezTo>
                    <a:pt x="114276" y="147557"/>
                    <a:pt x="147506" y="114316"/>
                    <a:pt x="147506" y="73778"/>
                  </a:cubicBezTo>
                  <a:cubicBezTo>
                    <a:pt x="147506" y="62428"/>
                    <a:pt x="145074" y="51077"/>
                    <a:pt x="140211" y="41348"/>
                  </a:cubicBezTo>
                  <a:cubicBezTo>
                    <a:pt x="138590" y="38916"/>
                    <a:pt x="135348" y="37294"/>
                    <a:pt x="132917" y="38916"/>
                  </a:cubicBezTo>
                  <a:cubicBezTo>
                    <a:pt x="130486" y="40538"/>
                    <a:pt x="128865" y="43781"/>
                    <a:pt x="130486" y="46213"/>
                  </a:cubicBezTo>
                  <a:cubicBezTo>
                    <a:pt x="134538" y="55131"/>
                    <a:pt x="136969" y="64049"/>
                    <a:pt x="136969" y="73778"/>
                  </a:cubicBezTo>
                  <a:cubicBezTo>
                    <a:pt x="136969" y="108641"/>
                    <a:pt x="108603" y="136206"/>
                    <a:pt x="74563" y="136206"/>
                  </a:cubicBezTo>
                  <a:cubicBezTo>
                    <a:pt x="39713" y="136206"/>
                    <a:pt x="12157" y="107830"/>
                    <a:pt x="12157" y="73778"/>
                  </a:cubicBezTo>
                  <a:cubicBezTo>
                    <a:pt x="12157" y="38916"/>
                    <a:pt x="40523" y="11350"/>
                    <a:pt x="74563" y="11350"/>
                  </a:cubicBezTo>
                  <a:cubicBezTo>
                    <a:pt x="89962" y="11350"/>
                    <a:pt x="104550" y="17026"/>
                    <a:pt x="116708" y="27565"/>
                  </a:cubicBezTo>
                  <a:cubicBezTo>
                    <a:pt x="119139" y="29998"/>
                    <a:pt x="122381" y="29187"/>
                    <a:pt x="124812" y="26755"/>
                  </a:cubicBezTo>
                  <a:cubicBezTo>
                    <a:pt x="125623" y="24323"/>
                    <a:pt x="124812" y="20269"/>
                    <a:pt x="123191" y="18647"/>
                  </a:cubicBezTo>
                  <a:lnTo>
                    <a:pt x="123191" y="18647"/>
                  </a:lnTo>
                  <a:close/>
                </a:path>
              </a:pathLst>
            </a:custGeom>
            <a:solidFill>
              <a:srgbClr val="191919"/>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sp>
          <p:nvSpPr>
            <p:cNvPr id="704" name="Google Shape;704;p5"/>
            <p:cNvSpPr/>
            <p:nvPr/>
          </p:nvSpPr>
          <p:spPr>
            <a:xfrm>
              <a:off x="4409413" y="4679604"/>
              <a:ext cx="98877" cy="96783"/>
            </a:xfrm>
            <a:custGeom>
              <a:rect b="b" l="l" r="r" t="t"/>
              <a:pathLst>
                <a:path extrusionOk="0" h="96783" w="98877">
                  <a:moveTo>
                    <a:pt x="96446" y="63543"/>
                  </a:moveTo>
                  <a:cubicBezTo>
                    <a:pt x="99688" y="53814"/>
                    <a:pt x="99688" y="44085"/>
                    <a:pt x="96446" y="34356"/>
                  </a:cubicBezTo>
                  <a:cubicBezTo>
                    <a:pt x="94825" y="31113"/>
                    <a:pt x="92393" y="27870"/>
                    <a:pt x="89152" y="26248"/>
                  </a:cubicBezTo>
                  <a:cubicBezTo>
                    <a:pt x="89152" y="22194"/>
                    <a:pt x="88341" y="18951"/>
                    <a:pt x="85910" y="15708"/>
                  </a:cubicBezTo>
                  <a:cubicBezTo>
                    <a:pt x="78616" y="7601"/>
                    <a:pt x="69700" y="2736"/>
                    <a:pt x="59975" y="304"/>
                  </a:cubicBezTo>
                  <a:cubicBezTo>
                    <a:pt x="55922" y="-507"/>
                    <a:pt x="52681" y="304"/>
                    <a:pt x="49439" y="2736"/>
                  </a:cubicBezTo>
                  <a:cubicBezTo>
                    <a:pt x="46197" y="304"/>
                    <a:pt x="42145" y="-507"/>
                    <a:pt x="38903" y="304"/>
                  </a:cubicBezTo>
                  <a:cubicBezTo>
                    <a:pt x="28366" y="2736"/>
                    <a:pt x="19451" y="7601"/>
                    <a:pt x="12968" y="15708"/>
                  </a:cubicBezTo>
                  <a:cubicBezTo>
                    <a:pt x="10536" y="18141"/>
                    <a:pt x="9726" y="22194"/>
                    <a:pt x="9726" y="26248"/>
                  </a:cubicBezTo>
                  <a:cubicBezTo>
                    <a:pt x="6484" y="27870"/>
                    <a:pt x="4052" y="30302"/>
                    <a:pt x="2432" y="34356"/>
                  </a:cubicBezTo>
                  <a:cubicBezTo>
                    <a:pt x="-811" y="44085"/>
                    <a:pt x="-811" y="53814"/>
                    <a:pt x="2432" y="63543"/>
                  </a:cubicBezTo>
                  <a:cubicBezTo>
                    <a:pt x="4052" y="66786"/>
                    <a:pt x="6484" y="70029"/>
                    <a:pt x="9726" y="71650"/>
                  </a:cubicBezTo>
                  <a:cubicBezTo>
                    <a:pt x="9726" y="75704"/>
                    <a:pt x="10536" y="78947"/>
                    <a:pt x="12968" y="81379"/>
                  </a:cubicBezTo>
                  <a:cubicBezTo>
                    <a:pt x="20262" y="89487"/>
                    <a:pt x="29177" y="94351"/>
                    <a:pt x="38903" y="96784"/>
                  </a:cubicBezTo>
                  <a:cubicBezTo>
                    <a:pt x="39713" y="96784"/>
                    <a:pt x="40523" y="96784"/>
                    <a:pt x="42145" y="96784"/>
                  </a:cubicBezTo>
                  <a:cubicBezTo>
                    <a:pt x="44576" y="96784"/>
                    <a:pt x="47818" y="95973"/>
                    <a:pt x="50249" y="94351"/>
                  </a:cubicBezTo>
                  <a:cubicBezTo>
                    <a:pt x="52681" y="95973"/>
                    <a:pt x="55112" y="96784"/>
                    <a:pt x="58354" y="96784"/>
                  </a:cubicBezTo>
                  <a:cubicBezTo>
                    <a:pt x="64027" y="96784"/>
                    <a:pt x="69700" y="94351"/>
                    <a:pt x="74563" y="91108"/>
                  </a:cubicBezTo>
                  <a:cubicBezTo>
                    <a:pt x="79426" y="88676"/>
                    <a:pt x="84289" y="84622"/>
                    <a:pt x="87531" y="80568"/>
                  </a:cubicBezTo>
                  <a:cubicBezTo>
                    <a:pt x="89962" y="78136"/>
                    <a:pt x="90773" y="74082"/>
                    <a:pt x="90773" y="70839"/>
                  </a:cubicBezTo>
                  <a:cubicBezTo>
                    <a:pt x="93204" y="70029"/>
                    <a:pt x="95636" y="66786"/>
                    <a:pt x="96446" y="63543"/>
                  </a:cubicBezTo>
                  <a:lnTo>
                    <a:pt x="96446" y="63543"/>
                  </a:lnTo>
                  <a:close/>
                  <a:moveTo>
                    <a:pt x="55112" y="14087"/>
                  </a:moveTo>
                  <a:cubicBezTo>
                    <a:pt x="55112" y="13276"/>
                    <a:pt x="55112" y="12465"/>
                    <a:pt x="55922" y="12465"/>
                  </a:cubicBezTo>
                  <a:cubicBezTo>
                    <a:pt x="56733" y="11655"/>
                    <a:pt x="57543" y="11655"/>
                    <a:pt x="57543" y="11655"/>
                  </a:cubicBezTo>
                  <a:cubicBezTo>
                    <a:pt x="65648" y="13276"/>
                    <a:pt x="72132" y="17330"/>
                    <a:pt x="77805" y="23816"/>
                  </a:cubicBezTo>
                  <a:cubicBezTo>
                    <a:pt x="78616" y="24626"/>
                    <a:pt x="78616" y="25437"/>
                    <a:pt x="78616" y="25437"/>
                  </a:cubicBezTo>
                  <a:cubicBezTo>
                    <a:pt x="78616" y="25437"/>
                    <a:pt x="78616" y="26248"/>
                    <a:pt x="77805" y="27059"/>
                  </a:cubicBezTo>
                  <a:lnTo>
                    <a:pt x="63217" y="35166"/>
                  </a:lnTo>
                  <a:cubicBezTo>
                    <a:pt x="60785" y="32734"/>
                    <a:pt x="58354" y="31113"/>
                    <a:pt x="55112" y="30302"/>
                  </a:cubicBezTo>
                  <a:cubicBezTo>
                    <a:pt x="55112" y="30302"/>
                    <a:pt x="55112" y="14087"/>
                    <a:pt x="55112" y="14087"/>
                  </a:cubicBezTo>
                  <a:lnTo>
                    <a:pt x="55112" y="14087"/>
                  </a:lnTo>
                  <a:close/>
                  <a:moveTo>
                    <a:pt x="20262" y="23816"/>
                  </a:moveTo>
                  <a:cubicBezTo>
                    <a:pt x="25935" y="17330"/>
                    <a:pt x="32419" y="13276"/>
                    <a:pt x="40523" y="11655"/>
                  </a:cubicBezTo>
                  <a:cubicBezTo>
                    <a:pt x="42145" y="11655"/>
                    <a:pt x="42955" y="12465"/>
                    <a:pt x="42955" y="14087"/>
                  </a:cubicBezTo>
                  <a:lnTo>
                    <a:pt x="42955" y="30302"/>
                  </a:lnTo>
                  <a:cubicBezTo>
                    <a:pt x="39713" y="31113"/>
                    <a:pt x="37282" y="32734"/>
                    <a:pt x="34850" y="35166"/>
                  </a:cubicBezTo>
                  <a:lnTo>
                    <a:pt x="20262" y="27059"/>
                  </a:lnTo>
                  <a:cubicBezTo>
                    <a:pt x="19451" y="26248"/>
                    <a:pt x="19451" y="26248"/>
                    <a:pt x="19451" y="25437"/>
                  </a:cubicBezTo>
                  <a:cubicBezTo>
                    <a:pt x="20262" y="25437"/>
                    <a:pt x="20262" y="24626"/>
                    <a:pt x="20262" y="23816"/>
                  </a:cubicBezTo>
                  <a:lnTo>
                    <a:pt x="20262" y="23816"/>
                  </a:lnTo>
                  <a:close/>
                  <a:moveTo>
                    <a:pt x="13778" y="61110"/>
                  </a:moveTo>
                  <a:cubicBezTo>
                    <a:pt x="13778" y="61110"/>
                    <a:pt x="12968" y="60300"/>
                    <a:pt x="12157" y="59489"/>
                  </a:cubicBezTo>
                  <a:cubicBezTo>
                    <a:pt x="9726" y="52192"/>
                    <a:pt x="9726" y="44895"/>
                    <a:pt x="12157" y="37599"/>
                  </a:cubicBezTo>
                  <a:cubicBezTo>
                    <a:pt x="12157" y="36788"/>
                    <a:pt x="12968" y="35977"/>
                    <a:pt x="13778" y="35977"/>
                  </a:cubicBezTo>
                  <a:cubicBezTo>
                    <a:pt x="13778" y="35977"/>
                    <a:pt x="14589" y="35977"/>
                    <a:pt x="14589" y="35977"/>
                  </a:cubicBezTo>
                  <a:cubicBezTo>
                    <a:pt x="14589" y="35977"/>
                    <a:pt x="15399" y="35977"/>
                    <a:pt x="15399" y="35977"/>
                  </a:cubicBezTo>
                  <a:lnTo>
                    <a:pt x="15399" y="35977"/>
                  </a:lnTo>
                  <a:lnTo>
                    <a:pt x="21072" y="39220"/>
                  </a:lnTo>
                  <a:lnTo>
                    <a:pt x="29987" y="44085"/>
                  </a:lnTo>
                  <a:cubicBezTo>
                    <a:pt x="29987" y="45706"/>
                    <a:pt x="29177" y="46517"/>
                    <a:pt x="29177" y="48138"/>
                  </a:cubicBezTo>
                  <a:cubicBezTo>
                    <a:pt x="29177" y="49760"/>
                    <a:pt x="29177" y="50571"/>
                    <a:pt x="29987" y="52192"/>
                  </a:cubicBezTo>
                  <a:lnTo>
                    <a:pt x="29177" y="53003"/>
                  </a:lnTo>
                  <a:lnTo>
                    <a:pt x="15399" y="60300"/>
                  </a:lnTo>
                  <a:cubicBezTo>
                    <a:pt x="14589" y="61110"/>
                    <a:pt x="13778" y="61110"/>
                    <a:pt x="13778" y="61110"/>
                  </a:cubicBezTo>
                  <a:lnTo>
                    <a:pt x="13778" y="61110"/>
                  </a:lnTo>
                  <a:close/>
                  <a:moveTo>
                    <a:pt x="43765" y="83811"/>
                  </a:moveTo>
                  <a:cubicBezTo>
                    <a:pt x="43765" y="84622"/>
                    <a:pt x="42955" y="85433"/>
                    <a:pt x="42955" y="85433"/>
                  </a:cubicBezTo>
                  <a:cubicBezTo>
                    <a:pt x="42955" y="85433"/>
                    <a:pt x="42145" y="86244"/>
                    <a:pt x="41334" y="86244"/>
                  </a:cubicBezTo>
                  <a:cubicBezTo>
                    <a:pt x="33229" y="84622"/>
                    <a:pt x="26746" y="80568"/>
                    <a:pt x="21072" y="74082"/>
                  </a:cubicBezTo>
                  <a:cubicBezTo>
                    <a:pt x="20262" y="73272"/>
                    <a:pt x="20262" y="71650"/>
                    <a:pt x="21883" y="70839"/>
                  </a:cubicBezTo>
                  <a:lnTo>
                    <a:pt x="36471" y="62732"/>
                  </a:lnTo>
                  <a:cubicBezTo>
                    <a:pt x="38903" y="65164"/>
                    <a:pt x="41334" y="66786"/>
                    <a:pt x="44576" y="67596"/>
                  </a:cubicBezTo>
                  <a:lnTo>
                    <a:pt x="44576" y="83811"/>
                  </a:lnTo>
                  <a:close/>
                  <a:moveTo>
                    <a:pt x="41334" y="48949"/>
                  </a:moveTo>
                  <a:cubicBezTo>
                    <a:pt x="41334" y="44085"/>
                    <a:pt x="45386" y="40841"/>
                    <a:pt x="49439" y="40841"/>
                  </a:cubicBezTo>
                  <a:cubicBezTo>
                    <a:pt x="53491" y="40841"/>
                    <a:pt x="57543" y="44895"/>
                    <a:pt x="57543" y="48949"/>
                  </a:cubicBezTo>
                  <a:cubicBezTo>
                    <a:pt x="57543" y="53814"/>
                    <a:pt x="53491" y="57057"/>
                    <a:pt x="49439" y="57057"/>
                  </a:cubicBezTo>
                  <a:cubicBezTo>
                    <a:pt x="45386" y="57057"/>
                    <a:pt x="41334" y="53003"/>
                    <a:pt x="41334" y="48949"/>
                  </a:cubicBezTo>
                  <a:lnTo>
                    <a:pt x="41334" y="48949"/>
                  </a:lnTo>
                  <a:close/>
                  <a:moveTo>
                    <a:pt x="77805" y="74082"/>
                  </a:moveTo>
                  <a:cubicBezTo>
                    <a:pt x="72132" y="80568"/>
                    <a:pt x="65648" y="84622"/>
                    <a:pt x="57543" y="86244"/>
                  </a:cubicBezTo>
                  <a:cubicBezTo>
                    <a:pt x="55922" y="86244"/>
                    <a:pt x="55112" y="85433"/>
                    <a:pt x="55112" y="83811"/>
                  </a:cubicBezTo>
                  <a:lnTo>
                    <a:pt x="55112" y="67596"/>
                  </a:lnTo>
                  <a:cubicBezTo>
                    <a:pt x="58354" y="66786"/>
                    <a:pt x="60785" y="65164"/>
                    <a:pt x="63217" y="62732"/>
                  </a:cubicBezTo>
                  <a:lnTo>
                    <a:pt x="64027" y="63543"/>
                  </a:lnTo>
                  <a:lnTo>
                    <a:pt x="77805" y="70839"/>
                  </a:lnTo>
                  <a:cubicBezTo>
                    <a:pt x="78616" y="70839"/>
                    <a:pt x="78616" y="72461"/>
                    <a:pt x="77805" y="74082"/>
                  </a:cubicBezTo>
                  <a:lnTo>
                    <a:pt x="77805" y="74082"/>
                  </a:lnTo>
                  <a:close/>
                  <a:moveTo>
                    <a:pt x="85910" y="59489"/>
                  </a:moveTo>
                  <a:cubicBezTo>
                    <a:pt x="85910" y="60300"/>
                    <a:pt x="85099" y="60300"/>
                    <a:pt x="84289" y="61110"/>
                  </a:cubicBezTo>
                  <a:cubicBezTo>
                    <a:pt x="84289" y="61110"/>
                    <a:pt x="83478" y="61110"/>
                    <a:pt x="82668" y="61110"/>
                  </a:cubicBezTo>
                  <a:lnTo>
                    <a:pt x="68079" y="53003"/>
                  </a:lnTo>
                  <a:cubicBezTo>
                    <a:pt x="68079" y="51381"/>
                    <a:pt x="68890" y="50571"/>
                    <a:pt x="68890" y="48949"/>
                  </a:cubicBezTo>
                  <a:cubicBezTo>
                    <a:pt x="68890" y="47328"/>
                    <a:pt x="68890" y="46517"/>
                    <a:pt x="68079" y="44895"/>
                  </a:cubicBezTo>
                  <a:lnTo>
                    <a:pt x="69700" y="44085"/>
                  </a:lnTo>
                  <a:cubicBezTo>
                    <a:pt x="69700" y="44085"/>
                    <a:pt x="82668" y="36788"/>
                    <a:pt x="82668" y="36788"/>
                  </a:cubicBezTo>
                  <a:cubicBezTo>
                    <a:pt x="84289" y="35977"/>
                    <a:pt x="85910" y="35977"/>
                    <a:pt x="85910" y="37599"/>
                  </a:cubicBezTo>
                  <a:cubicBezTo>
                    <a:pt x="88341" y="45706"/>
                    <a:pt x="89152" y="53003"/>
                    <a:pt x="85910" y="59489"/>
                  </a:cubicBezTo>
                  <a:lnTo>
                    <a:pt x="85910" y="59489"/>
                  </a:lnTo>
                  <a:close/>
                </a:path>
              </a:pathLst>
            </a:custGeom>
            <a:solidFill>
              <a:srgbClr val="191919"/>
            </a:solidFill>
            <a:ln>
              <a:noFill/>
            </a:ln>
          </p:spPr>
          <p:txBody>
            <a:bodyPr anchorCtr="0" anchor="ctr" bIns="78600" lIns="157250" spcFirstLastPara="1" rIns="157250" wrap="square" tIns="78600">
              <a:noAutofit/>
            </a:bodyPr>
            <a:lstStyle/>
            <a:p>
              <a:pPr indent="0" lvl="0" marL="0" marR="0" rtl="0" algn="l">
                <a:lnSpc>
                  <a:spcPct val="100000"/>
                </a:lnSpc>
                <a:spcBef>
                  <a:spcPts val="0"/>
                </a:spcBef>
                <a:spcAft>
                  <a:spcPts val="0"/>
                </a:spcAft>
                <a:buClr>
                  <a:srgbClr val="000000"/>
                </a:buClr>
                <a:buSzPts val="3096"/>
                <a:buFont typeface="Arial"/>
                <a:buNone/>
              </a:pPr>
              <a:r>
                <a:t/>
              </a:r>
              <a:endParaRPr b="0" i="0" sz="3096" u="none" cap="none" strike="noStrike">
                <a:solidFill>
                  <a:srgbClr val="000000"/>
                </a:solidFill>
                <a:latin typeface="Calibri"/>
                <a:ea typeface="Calibri"/>
                <a:cs typeface="Calibri"/>
                <a:sym typeface="Calibri"/>
              </a:endParaRPr>
            </a:p>
          </p:txBody>
        </p:sp>
      </p:grpSp>
      <p:sp>
        <p:nvSpPr>
          <p:cNvPr id="705" name="Google Shape;705;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4</a:t>
            </a:r>
            <a:endParaRPr/>
          </a:p>
        </p:txBody>
      </p:sp>
      <p:grpSp>
        <p:nvGrpSpPr>
          <p:cNvPr id="706" name="Google Shape;706;p5"/>
          <p:cNvGrpSpPr/>
          <p:nvPr/>
        </p:nvGrpSpPr>
        <p:grpSpPr>
          <a:xfrm>
            <a:off x="952744" y="2770459"/>
            <a:ext cx="7238511" cy="2295360"/>
            <a:chOff x="134463" y="1170771"/>
            <a:chExt cx="8875075" cy="2814321"/>
          </a:xfrm>
        </p:grpSpPr>
        <p:pic>
          <p:nvPicPr>
            <p:cNvPr id="707" name="Google Shape;707;p5" title="monthly_popularity_2023_.png"/>
            <p:cNvPicPr preferRelativeResize="0"/>
            <p:nvPr/>
          </p:nvPicPr>
          <p:blipFill rotWithShape="1">
            <a:blip r:embed="rId4">
              <a:alphaModFix/>
            </a:blip>
            <a:srcRect b="0" l="0" r="0" t="0"/>
            <a:stretch/>
          </p:blipFill>
          <p:spPr>
            <a:xfrm>
              <a:off x="134463" y="1431615"/>
              <a:ext cx="8875075" cy="2553477"/>
            </a:xfrm>
            <a:prstGeom prst="rect">
              <a:avLst/>
            </a:prstGeom>
            <a:noFill/>
            <a:ln cap="flat" cmpd="sng" w="9525">
              <a:solidFill>
                <a:schemeClr val="dk1"/>
              </a:solidFill>
              <a:prstDash val="solid"/>
              <a:round/>
              <a:headEnd len="sm" w="sm" type="none"/>
              <a:tailEnd len="sm" w="sm" type="none"/>
            </a:ln>
          </p:spPr>
        </p:pic>
        <p:sp>
          <p:nvSpPr>
            <p:cNvPr id="708" name="Google Shape;708;p5"/>
            <p:cNvSpPr/>
            <p:nvPr/>
          </p:nvSpPr>
          <p:spPr>
            <a:xfrm>
              <a:off x="8180275" y="1633021"/>
              <a:ext cx="694800" cy="100800"/>
            </a:xfrm>
            <a:prstGeom prst="rect">
              <a:avLst/>
            </a:prstGeom>
            <a:solidFill>
              <a:srgbClr val="D86973">
                <a:alpha val="20000"/>
              </a:srgbClr>
            </a:solidFill>
            <a:ln cap="flat" cmpd="sng" w="15550">
              <a:solidFill>
                <a:srgbClr val="D86973"/>
              </a:solidFill>
              <a:prstDash val="solid"/>
              <a:round/>
              <a:headEnd len="sm" w="sm" type="none"/>
              <a:tailEnd len="sm" w="sm" type="none"/>
            </a:ln>
          </p:spPr>
          <p:txBody>
            <a:bodyPr anchorCtr="0" anchor="ctr" bIns="74575" lIns="74575" spcFirstLastPara="1" rIns="74575" wrap="square" tIns="74575">
              <a:noAutofit/>
            </a:bodyPr>
            <a:lstStyle/>
            <a:p>
              <a:pPr indent="0" lvl="0" marL="0" marR="0" rtl="0" algn="ctr">
                <a:lnSpc>
                  <a:spcPct val="100000"/>
                </a:lnSpc>
                <a:spcBef>
                  <a:spcPts val="0"/>
                </a:spcBef>
                <a:spcAft>
                  <a:spcPts val="0"/>
                </a:spcAft>
                <a:buClr>
                  <a:srgbClr val="000000"/>
                </a:buClr>
                <a:buSzPts val="1141"/>
                <a:buFont typeface="Arial"/>
                <a:buNone/>
              </a:pPr>
              <a:r>
                <a:t/>
              </a:r>
              <a:endParaRPr b="0" i="0" sz="1141" u="none" cap="none" strike="noStrike">
                <a:solidFill>
                  <a:srgbClr val="000000"/>
                </a:solidFill>
                <a:latin typeface="Arial"/>
                <a:ea typeface="Arial"/>
                <a:cs typeface="Arial"/>
                <a:sym typeface="Arial"/>
              </a:endParaRPr>
            </a:p>
          </p:txBody>
        </p:sp>
        <p:sp>
          <p:nvSpPr>
            <p:cNvPr id="709" name="Google Shape;709;p5"/>
            <p:cNvSpPr/>
            <p:nvPr/>
          </p:nvSpPr>
          <p:spPr>
            <a:xfrm>
              <a:off x="5711700" y="1170771"/>
              <a:ext cx="220800" cy="453300"/>
            </a:xfrm>
            <a:prstGeom prst="downArrow">
              <a:avLst>
                <a:gd fmla="val 50000" name="adj1"/>
                <a:gd fmla="val 50000" name="adj2"/>
              </a:avLst>
            </a:prstGeom>
            <a:solidFill>
              <a:srgbClr val="D86973"/>
            </a:solidFill>
            <a:ln cap="flat" cmpd="sng" w="9525">
              <a:solidFill>
                <a:srgbClr val="D86973"/>
              </a:solidFill>
              <a:prstDash val="solid"/>
              <a:round/>
              <a:headEnd len="sm" w="sm" type="none"/>
              <a:tailEnd len="sm" w="sm" type="none"/>
            </a:ln>
          </p:spPr>
          <p:txBody>
            <a:bodyPr anchorCtr="0" anchor="ctr" bIns="74575" lIns="74575" spcFirstLastPara="1" rIns="74575" wrap="square" tIns="74575">
              <a:noAutofit/>
            </a:bodyPr>
            <a:lstStyle/>
            <a:p>
              <a:pPr indent="0" lvl="0" marL="0" marR="0" rtl="0" algn="ctr">
                <a:lnSpc>
                  <a:spcPct val="100000"/>
                </a:lnSpc>
                <a:spcBef>
                  <a:spcPts val="0"/>
                </a:spcBef>
                <a:spcAft>
                  <a:spcPts val="0"/>
                </a:spcAft>
                <a:buClr>
                  <a:srgbClr val="000000"/>
                </a:buClr>
                <a:buSzPts val="1141"/>
                <a:buFont typeface="Arial"/>
                <a:buNone/>
              </a:pPr>
              <a:r>
                <a:t/>
              </a:r>
              <a:endParaRPr b="0" i="0" sz="1141" u="none" cap="none" strike="noStrike">
                <a:solidFill>
                  <a:srgbClr val="000000"/>
                </a:solidFill>
                <a:latin typeface="Arial"/>
                <a:ea typeface="Arial"/>
                <a:cs typeface="Arial"/>
                <a:sym typeface="Arial"/>
              </a:endParaRPr>
            </a:p>
          </p:txBody>
        </p:sp>
        <p:sp>
          <p:nvSpPr>
            <p:cNvPr id="710" name="Google Shape;710;p5"/>
            <p:cNvSpPr/>
            <p:nvPr/>
          </p:nvSpPr>
          <p:spPr>
            <a:xfrm>
              <a:off x="1210253" y="2857479"/>
              <a:ext cx="694800" cy="1008600"/>
            </a:xfrm>
            <a:prstGeom prst="rect">
              <a:avLst/>
            </a:prstGeom>
            <a:solidFill>
              <a:srgbClr val="D86973">
                <a:alpha val="20000"/>
              </a:srgbClr>
            </a:solidFill>
            <a:ln cap="flat" cmpd="sng" w="15550">
              <a:solidFill>
                <a:srgbClr val="D86973"/>
              </a:solidFill>
              <a:prstDash val="solid"/>
              <a:round/>
              <a:headEnd len="sm" w="sm" type="none"/>
              <a:tailEnd len="sm" w="sm" type="none"/>
            </a:ln>
          </p:spPr>
          <p:txBody>
            <a:bodyPr anchorCtr="0" anchor="ctr" bIns="74575" lIns="74575" spcFirstLastPara="1" rIns="74575" wrap="square" tIns="74575">
              <a:noAutofit/>
            </a:bodyPr>
            <a:lstStyle/>
            <a:p>
              <a:pPr indent="0" lvl="0" marL="0" marR="0" rtl="0" algn="ctr">
                <a:lnSpc>
                  <a:spcPct val="100000"/>
                </a:lnSpc>
                <a:spcBef>
                  <a:spcPts val="0"/>
                </a:spcBef>
                <a:spcAft>
                  <a:spcPts val="0"/>
                </a:spcAft>
                <a:buClr>
                  <a:srgbClr val="000000"/>
                </a:buClr>
                <a:buSzPts val="1141"/>
                <a:buFont typeface="Arial"/>
                <a:buNone/>
              </a:pPr>
              <a:r>
                <a:t/>
              </a:r>
              <a:endParaRPr b="0" i="0" sz="1141"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
          <p:cNvSpPr txBox="1"/>
          <p:nvPr>
            <p:ph type="title"/>
          </p:nvPr>
        </p:nvSpPr>
        <p:spPr>
          <a:xfrm>
            <a:off x="488200" y="123250"/>
            <a:ext cx="7440300" cy="765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b="0" lang="en" sz="2400">
                <a:solidFill>
                  <a:srgbClr val="000000"/>
                </a:solidFill>
                <a:latin typeface="Crete Round"/>
                <a:ea typeface="Crete Round"/>
                <a:cs typeface="Crete Round"/>
                <a:sym typeface="Crete Round"/>
              </a:rPr>
              <a:t>Which product is the top-seller in each region?</a:t>
            </a:r>
            <a:endParaRPr sz="2400">
              <a:latin typeface="Crete Round"/>
              <a:ea typeface="Crete Round"/>
              <a:cs typeface="Crete Round"/>
              <a:sym typeface="Crete Round"/>
            </a:endParaRPr>
          </a:p>
        </p:txBody>
      </p:sp>
      <p:pic>
        <p:nvPicPr>
          <p:cNvPr id="716" name="Google Shape;716;p6"/>
          <p:cNvPicPr preferRelativeResize="0"/>
          <p:nvPr/>
        </p:nvPicPr>
        <p:blipFill rotWithShape="1">
          <a:blip r:embed="rId3">
            <a:alphaModFix/>
          </a:blip>
          <a:srcRect b="0" l="0" r="0" t="0"/>
          <a:stretch/>
        </p:blipFill>
        <p:spPr>
          <a:xfrm>
            <a:off x="1766924" y="829283"/>
            <a:ext cx="5610152" cy="2946076"/>
          </a:xfrm>
          <a:prstGeom prst="rect">
            <a:avLst/>
          </a:prstGeom>
          <a:noFill/>
          <a:ln>
            <a:noFill/>
          </a:ln>
        </p:spPr>
      </p:pic>
      <p:grpSp>
        <p:nvGrpSpPr>
          <p:cNvPr id="717" name="Google Shape;717;p6"/>
          <p:cNvGrpSpPr/>
          <p:nvPr/>
        </p:nvGrpSpPr>
        <p:grpSpPr>
          <a:xfrm>
            <a:off x="270839" y="201582"/>
            <a:ext cx="217369" cy="608646"/>
            <a:chOff x="5050494" y="4508840"/>
            <a:chExt cx="140211" cy="384295"/>
          </a:xfrm>
        </p:grpSpPr>
        <p:sp>
          <p:nvSpPr>
            <p:cNvPr id="718" name="Google Shape;718;p6"/>
            <p:cNvSpPr/>
            <p:nvPr/>
          </p:nvSpPr>
          <p:spPr>
            <a:xfrm>
              <a:off x="5055357" y="4546134"/>
              <a:ext cx="127243" cy="341326"/>
            </a:xfrm>
            <a:custGeom>
              <a:rect b="b" l="l" r="r" t="t"/>
              <a:pathLst>
                <a:path extrusionOk="0" h="341326" w="127243">
                  <a:moveTo>
                    <a:pt x="124812" y="175933"/>
                  </a:moveTo>
                  <a:cubicBezTo>
                    <a:pt x="126433" y="171879"/>
                    <a:pt x="127244" y="167826"/>
                    <a:pt x="127244" y="163772"/>
                  </a:cubicBezTo>
                  <a:lnTo>
                    <a:pt x="127244" y="89183"/>
                  </a:lnTo>
                  <a:cubicBezTo>
                    <a:pt x="127244" y="66482"/>
                    <a:pt x="113466" y="47024"/>
                    <a:pt x="93204" y="37295"/>
                  </a:cubicBezTo>
                  <a:cubicBezTo>
                    <a:pt x="87531" y="34862"/>
                    <a:pt x="84289" y="29187"/>
                    <a:pt x="84289" y="23512"/>
                  </a:cubicBezTo>
                  <a:lnTo>
                    <a:pt x="84289" y="0"/>
                  </a:lnTo>
                  <a:lnTo>
                    <a:pt x="42955" y="0"/>
                  </a:lnTo>
                  <a:lnTo>
                    <a:pt x="42955" y="23512"/>
                  </a:lnTo>
                  <a:cubicBezTo>
                    <a:pt x="42955" y="29187"/>
                    <a:pt x="39713" y="34862"/>
                    <a:pt x="34040" y="37295"/>
                  </a:cubicBezTo>
                  <a:cubicBezTo>
                    <a:pt x="13778" y="47024"/>
                    <a:pt x="0" y="66482"/>
                    <a:pt x="0" y="89183"/>
                  </a:cubicBezTo>
                  <a:lnTo>
                    <a:pt x="0" y="163772"/>
                  </a:lnTo>
                  <a:cubicBezTo>
                    <a:pt x="0" y="167826"/>
                    <a:pt x="811" y="171879"/>
                    <a:pt x="2431" y="175933"/>
                  </a:cubicBezTo>
                  <a:lnTo>
                    <a:pt x="4052" y="178365"/>
                  </a:lnTo>
                  <a:cubicBezTo>
                    <a:pt x="8105" y="186473"/>
                    <a:pt x="8105" y="196202"/>
                    <a:pt x="3242" y="204309"/>
                  </a:cubicBezTo>
                  <a:cubicBezTo>
                    <a:pt x="811" y="208363"/>
                    <a:pt x="0" y="213228"/>
                    <a:pt x="0" y="218092"/>
                  </a:cubicBezTo>
                  <a:lnTo>
                    <a:pt x="0" y="317814"/>
                  </a:lnTo>
                  <a:cubicBezTo>
                    <a:pt x="0" y="330787"/>
                    <a:pt x="11347" y="341326"/>
                    <a:pt x="25125" y="341326"/>
                  </a:cubicBezTo>
                  <a:cubicBezTo>
                    <a:pt x="31608" y="341326"/>
                    <a:pt x="36471" y="339705"/>
                    <a:pt x="41334" y="335651"/>
                  </a:cubicBezTo>
                  <a:cubicBezTo>
                    <a:pt x="42955" y="334029"/>
                    <a:pt x="45386" y="334029"/>
                    <a:pt x="47007" y="335651"/>
                  </a:cubicBezTo>
                  <a:cubicBezTo>
                    <a:pt x="51059" y="338894"/>
                    <a:pt x="56733" y="341326"/>
                    <a:pt x="63217" y="341326"/>
                  </a:cubicBezTo>
                  <a:cubicBezTo>
                    <a:pt x="69700" y="341326"/>
                    <a:pt x="74563" y="339705"/>
                    <a:pt x="79426" y="335651"/>
                  </a:cubicBezTo>
                  <a:cubicBezTo>
                    <a:pt x="81047" y="334029"/>
                    <a:pt x="83478" y="334029"/>
                    <a:pt x="85099" y="335651"/>
                  </a:cubicBezTo>
                  <a:cubicBezTo>
                    <a:pt x="89152" y="338894"/>
                    <a:pt x="94825" y="341326"/>
                    <a:pt x="101309" y="341326"/>
                  </a:cubicBezTo>
                  <a:cubicBezTo>
                    <a:pt x="115086" y="341326"/>
                    <a:pt x="126433" y="330787"/>
                    <a:pt x="126433" y="317814"/>
                  </a:cubicBezTo>
                  <a:lnTo>
                    <a:pt x="126433" y="219714"/>
                  </a:lnTo>
                  <a:cubicBezTo>
                    <a:pt x="126433" y="214849"/>
                    <a:pt x="125623" y="209985"/>
                    <a:pt x="123191" y="205931"/>
                  </a:cubicBezTo>
                  <a:cubicBezTo>
                    <a:pt x="119139" y="197823"/>
                    <a:pt x="118329" y="188094"/>
                    <a:pt x="122381" y="179987"/>
                  </a:cubicBezTo>
                  <a:lnTo>
                    <a:pt x="124812" y="175933"/>
                  </a:lnTo>
                  <a:close/>
                </a:path>
              </a:pathLst>
            </a:custGeom>
            <a:solidFill>
              <a:srgbClr val="FFFFFF"/>
            </a:solidFill>
            <a:ln>
              <a:noFill/>
            </a:ln>
          </p:spPr>
          <p:txBody>
            <a:bodyPr anchorCtr="0" anchor="ctr" bIns="40025" lIns="80075" spcFirstLastPara="1" rIns="80075" wrap="square" tIns="40025">
              <a:noAutofit/>
            </a:bodyPr>
            <a:lstStyle/>
            <a:p>
              <a:pPr indent="0" lvl="0" marL="0" marR="0" rtl="0" algn="l">
                <a:lnSpc>
                  <a:spcPct val="100000"/>
                </a:lnSpc>
                <a:spcBef>
                  <a:spcPts val="0"/>
                </a:spcBef>
                <a:spcAft>
                  <a:spcPts val="0"/>
                </a:spcAft>
                <a:buClr>
                  <a:srgbClr val="000000"/>
                </a:buClr>
                <a:buSzPts val="1576"/>
                <a:buFont typeface="Arial"/>
                <a:buNone/>
              </a:pPr>
              <a:r>
                <a:t/>
              </a:r>
              <a:endParaRPr b="0" i="0" sz="1576" u="none" cap="none" strike="noStrike">
                <a:solidFill>
                  <a:srgbClr val="000000"/>
                </a:solidFill>
                <a:latin typeface="Calibri"/>
                <a:ea typeface="Calibri"/>
                <a:cs typeface="Calibri"/>
                <a:sym typeface="Calibri"/>
              </a:endParaRPr>
            </a:p>
          </p:txBody>
        </p:sp>
        <p:sp>
          <p:nvSpPr>
            <p:cNvPr id="719" name="Google Shape;719;p6"/>
            <p:cNvSpPr/>
            <p:nvPr/>
          </p:nvSpPr>
          <p:spPr>
            <a:xfrm>
              <a:off x="5056168" y="4597212"/>
              <a:ext cx="126433" cy="289437"/>
            </a:xfrm>
            <a:custGeom>
              <a:rect b="b" l="l" r="r" t="t"/>
              <a:pathLst>
                <a:path extrusionOk="0" h="289437" w="126433">
                  <a:moveTo>
                    <a:pt x="122381" y="128099"/>
                  </a:moveTo>
                  <a:cubicBezTo>
                    <a:pt x="118328" y="136206"/>
                    <a:pt x="119139" y="145935"/>
                    <a:pt x="123191" y="154043"/>
                  </a:cubicBezTo>
                  <a:cubicBezTo>
                    <a:pt x="125623" y="158096"/>
                    <a:pt x="126433" y="162961"/>
                    <a:pt x="126433" y="167825"/>
                  </a:cubicBezTo>
                  <a:lnTo>
                    <a:pt x="126433" y="266737"/>
                  </a:lnTo>
                  <a:cubicBezTo>
                    <a:pt x="126433" y="273223"/>
                    <a:pt x="124002" y="278898"/>
                    <a:pt x="119139" y="282952"/>
                  </a:cubicBezTo>
                  <a:cubicBezTo>
                    <a:pt x="114276" y="287006"/>
                    <a:pt x="108603" y="289438"/>
                    <a:pt x="101309" y="289438"/>
                  </a:cubicBezTo>
                  <a:cubicBezTo>
                    <a:pt x="94825" y="289438"/>
                    <a:pt x="89962" y="287817"/>
                    <a:pt x="85099" y="283763"/>
                  </a:cubicBezTo>
                  <a:cubicBezTo>
                    <a:pt x="83478" y="282141"/>
                    <a:pt x="81047" y="282141"/>
                    <a:pt x="79426" y="283763"/>
                  </a:cubicBezTo>
                  <a:cubicBezTo>
                    <a:pt x="76995" y="285384"/>
                    <a:pt x="74563" y="287006"/>
                    <a:pt x="72132" y="287817"/>
                  </a:cubicBezTo>
                  <a:cubicBezTo>
                    <a:pt x="69700" y="288627"/>
                    <a:pt x="66458" y="289438"/>
                    <a:pt x="63217" y="289438"/>
                  </a:cubicBezTo>
                  <a:cubicBezTo>
                    <a:pt x="56733" y="289438"/>
                    <a:pt x="51870" y="287817"/>
                    <a:pt x="47007" y="283763"/>
                  </a:cubicBezTo>
                  <a:cubicBezTo>
                    <a:pt x="45386" y="282141"/>
                    <a:pt x="42955" y="282141"/>
                    <a:pt x="41334" y="283763"/>
                  </a:cubicBezTo>
                  <a:cubicBezTo>
                    <a:pt x="37281" y="287006"/>
                    <a:pt x="31608" y="289438"/>
                    <a:pt x="25124" y="289438"/>
                  </a:cubicBezTo>
                  <a:cubicBezTo>
                    <a:pt x="11347" y="289438"/>
                    <a:pt x="0" y="278898"/>
                    <a:pt x="0" y="265926"/>
                  </a:cubicBezTo>
                  <a:lnTo>
                    <a:pt x="0" y="167825"/>
                  </a:lnTo>
                  <a:cubicBezTo>
                    <a:pt x="0" y="162961"/>
                    <a:pt x="810" y="158096"/>
                    <a:pt x="3242" y="154043"/>
                  </a:cubicBezTo>
                  <a:cubicBezTo>
                    <a:pt x="7294" y="145935"/>
                    <a:pt x="7294" y="136206"/>
                    <a:pt x="4052" y="128099"/>
                  </a:cubicBezTo>
                  <a:lnTo>
                    <a:pt x="2431" y="125666"/>
                  </a:lnTo>
                  <a:cubicBezTo>
                    <a:pt x="810" y="121613"/>
                    <a:pt x="0" y="117559"/>
                    <a:pt x="0" y="113505"/>
                  </a:cubicBezTo>
                  <a:lnTo>
                    <a:pt x="0" y="38916"/>
                  </a:lnTo>
                  <a:cubicBezTo>
                    <a:pt x="0" y="23512"/>
                    <a:pt x="6484" y="9729"/>
                    <a:pt x="16209" y="0"/>
                  </a:cubicBezTo>
                  <a:lnTo>
                    <a:pt x="110224" y="0"/>
                  </a:lnTo>
                  <a:cubicBezTo>
                    <a:pt x="119949" y="10540"/>
                    <a:pt x="126433" y="24323"/>
                    <a:pt x="126433" y="38916"/>
                  </a:cubicBezTo>
                  <a:lnTo>
                    <a:pt x="126433" y="113505"/>
                  </a:lnTo>
                  <a:cubicBezTo>
                    <a:pt x="126433" y="117559"/>
                    <a:pt x="125623" y="121613"/>
                    <a:pt x="124002" y="125666"/>
                  </a:cubicBezTo>
                  <a:lnTo>
                    <a:pt x="122381" y="128099"/>
                  </a:lnTo>
                  <a:close/>
                </a:path>
              </a:pathLst>
            </a:custGeom>
            <a:solidFill>
              <a:srgbClr val="191919"/>
            </a:solidFill>
            <a:ln>
              <a:noFill/>
            </a:ln>
          </p:spPr>
          <p:txBody>
            <a:bodyPr anchorCtr="0" anchor="ctr" bIns="40025" lIns="80075" spcFirstLastPara="1" rIns="80075" wrap="square" tIns="40025">
              <a:noAutofit/>
            </a:bodyPr>
            <a:lstStyle/>
            <a:p>
              <a:pPr indent="0" lvl="0" marL="0" marR="0" rtl="0" algn="l">
                <a:lnSpc>
                  <a:spcPct val="100000"/>
                </a:lnSpc>
                <a:spcBef>
                  <a:spcPts val="0"/>
                </a:spcBef>
                <a:spcAft>
                  <a:spcPts val="0"/>
                </a:spcAft>
                <a:buClr>
                  <a:srgbClr val="000000"/>
                </a:buClr>
                <a:buSzPts val="1576"/>
                <a:buFont typeface="Arial"/>
                <a:buNone/>
              </a:pPr>
              <a:r>
                <a:t/>
              </a:r>
              <a:endParaRPr b="0" i="0" sz="1576" u="none" cap="none" strike="noStrike">
                <a:solidFill>
                  <a:srgbClr val="000000"/>
                </a:solidFill>
                <a:latin typeface="Calibri"/>
                <a:ea typeface="Calibri"/>
                <a:cs typeface="Calibri"/>
                <a:sym typeface="Calibri"/>
              </a:endParaRPr>
            </a:p>
          </p:txBody>
        </p:sp>
        <p:sp>
          <p:nvSpPr>
            <p:cNvPr id="720" name="Google Shape;720;p6"/>
            <p:cNvSpPr/>
            <p:nvPr/>
          </p:nvSpPr>
          <p:spPr>
            <a:xfrm>
              <a:off x="5089397" y="4514515"/>
              <a:ext cx="60785" cy="31619"/>
            </a:xfrm>
            <a:custGeom>
              <a:rect b="b" l="l" r="r" t="t"/>
              <a:pathLst>
                <a:path extrusionOk="0" h="31619" w="60785">
                  <a:moveTo>
                    <a:pt x="60785" y="27565"/>
                  </a:moveTo>
                  <a:cubicBezTo>
                    <a:pt x="60785" y="29998"/>
                    <a:pt x="59164" y="31619"/>
                    <a:pt x="56733" y="31619"/>
                  </a:cubicBezTo>
                  <a:lnTo>
                    <a:pt x="4052" y="31619"/>
                  </a:lnTo>
                  <a:cubicBezTo>
                    <a:pt x="1621" y="31619"/>
                    <a:pt x="0" y="29998"/>
                    <a:pt x="0" y="27565"/>
                  </a:cubicBezTo>
                  <a:lnTo>
                    <a:pt x="0" y="4054"/>
                  </a:lnTo>
                  <a:cubicBezTo>
                    <a:pt x="0" y="1622"/>
                    <a:pt x="1621" y="0"/>
                    <a:pt x="4052" y="0"/>
                  </a:cubicBezTo>
                  <a:lnTo>
                    <a:pt x="56733" y="0"/>
                  </a:lnTo>
                  <a:cubicBezTo>
                    <a:pt x="59164" y="0"/>
                    <a:pt x="60785" y="1622"/>
                    <a:pt x="60785" y="4054"/>
                  </a:cubicBezTo>
                  <a:lnTo>
                    <a:pt x="60785" y="27565"/>
                  </a:lnTo>
                  <a:close/>
                </a:path>
              </a:pathLst>
            </a:custGeom>
            <a:solidFill>
              <a:srgbClr val="CF1212"/>
            </a:solidFill>
            <a:ln>
              <a:noFill/>
            </a:ln>
          </p:spPr>
          <p:txBody>
            <a:bodyPr anchorCtr="0" anchor="ctr" bIns="40025" lIns="80075" spcFirstLastPara="1" rIns="80075" wrap="square" tIns="40025">
              <a:noAutofit/>
            </a:bodyPr>
            <a:lstStyle/>
            <a:p>
              <a:pPr indent="0" lvl="0" marL="0" marR="0" rtl="0" algn="l">
                <a:lnSpc>
                  <a:spcPct val="100000"/>
                </a:lnSpc>
                <a:spcBef>
                  <a:spcPts val="0"/>
                </a:spcBef>
                <a:spcAft>
                  <a:spcPts val="0"/>
                </a:spcAft>
                <a:buClr>
                  <a:srgbClr val="000000"/>
                </a:buClr>
                <a:buSzPts val="1576"/>
                <a:buFont typeface="Arial"/>
                <a:buNone/>
              </a:pPr>
              <a:r>
                <a:t/>
              </a:r>
              <a:endParaRPr b="0" i="0" sz="1576" u="none" cap="none" strike="noStrike">
                <a:solidFill>
                  <a:srgbClr val="000000"/>
                </a:solidFill>
                <a:latin typeface="Calibri"/>
                <a:ea typeface="Calibri"/>
                <a:cs typeface="Calibri"/>
                <a:sym typeface="Calibri"/>
              </a:endParaRPr>
            </a:p>
          </p:txBody>
        </p:sp>
        <p:sp>
          <p:nvSpPr>
            <p:cNvPr id="721" name="Google Shape;721;p6"/>
            <p:cNvSpPr/>
            <p:nvPr/>
          </p:nvSpPr>
          <p:spPr>
            <a:xfrm>
              <a:off x="5056167" y="4636939"/>
              <a:ext cx="126433" cy="73778"/>
            </a:xfrm>
            <a:custGeom>
              <a:rect b="b" l="l" r="r" t="t"/>
              <a:pathLst>
                <a:path extrusionOk="0" h="73778" w="126433">
                  <a:moveTo>
                    <a:pt x="0" y="0"/>
                  </a:moveTo>
                  <a:lnTo>
                    <a:pt x="126433" y="0"/>
                  </a:lnTo>
                  <a:lnTo>
                    <a:pt x="126433" y="73778"/>
                  </a:lnTo>
                  <a:lnTo>
                    <a:pt x="0" y="73778"/>
                  </a:lnTo>
                  <a:close/>
                </a:path>
              </a:pathLst>
            </a:custGeom>
            <a:solidFill>
              <a:srgbClr val="CF1212"/>
            </a:solidFill>
            <a:ln>
              <a:noFill/>
            </a:ln>
          </p:spPr>
          <p:txBody>
            <a:bodyPr anchorCtr="0" anchor="ctr" bIns="40025" lIns="80075" spcFirstLastPara="1" rIns="80075" wrap="square" tIns="40025">
              <a:noAutofit/>
            </a:bodyPr>
            <a:lstStyle/>
            <a:p>
              <a:pPr indent="0" lvl="0" marL="0" marR="0" rtl="0" algn="l">
                <a:lnSpc>
                  <a:spcPct val="100000"/>
                </a:lnSpc>
                <a:spcBef>
                  <a:spcPts val="0"/>
                </a:spcBef>
                <a:spcAft>
                  <a:spcPts val="0"/>
                </a:spcAft>
                <a:buClr>
                  <a:srgbClr val="000000"/>
                </a:buClr>
                <a:buSzPts val="1576"/>
                <a:buFont typeface="Arial"/>
                <a:buNone/>
              </a:pPr>
              <a:r>
                <a:t/>
              </a:r>
              <a:endParaRPr b="0" i="0" sz="1576" u="none" cap="none" strike="noStrike">
                <a:solidFill>
                  <a:srgbClr val="000000"/>
                </a:solidFill>
                <a:latin typeface="Calibri"/>
                <a:ea typeface="Calibri"/>
                <a:cs typeface="Calibri"/>
                <a:sym typeface="Calibri"/>
              </a:endParaRPr>
            </a:p>
          </p:txBody>
        </p:sp>
        <p:sp>
          <p:nvSpPr>
            <p:cNvPr id="722" name="Google Shape;722;p6"/>
            <p:cNvSpPr/>
            <p:nvPr/>
          </p:nvSpPr>
          <p:spPr>
            <a:xfrm>
              <a:off x="5050494" y="4508840"/>
              <a:ext cx="140211" cy="384295"/>
            </a:xfrm>
            <a:custGeom>
              <a:rect b="b" l="l" r="r" t="t"/>
              <a:pathLst>
                <a:path extrusionOk="0" h="384295" w="140211">
                  <a:moveTo>
                    <a:pt x="101309" y="69724"/>
                  </a:moveTo>
                  <a:cubicBezTo>
                    <a:pt x="98067" y="68103"/>
                    <a:pt x="95635" y="64860"/>
                    <a:pt x="95635" y="60806"/>
                  </a:cubicBezTo>
                  <a:lnTo>
                    <a:pt x="95635" y="42970"/>
                  </a:lnTo>
                  <a:lnTo>
                    <a:pt x="95635" y="42970"/>
                  </a:lnTo>
                  <a:cubicBezTo>
                    <a:pt x="101309" y="42970"/>
                    <a:pt x="105361" y="38916"/>
                    <a:pt x="105361" y="33241"/>
                  </a:cubicBezTo>
                  <a:lnTo>
                    <a:pt x="105361" y="9729"/>
                  </a:lnTo>
                  <a:cubicBezTo>
                    <a:pt x="105361" y="4054"/>
                    <a:pt x="101309" y="0"/>
                    <a:pt x="95635" y="0"/>
                  </a:cubicBezTo>
                  <a:lnTo>
                    <a:pt x="74563" y="0"/>
                  </a:lnTo>
                  <a:cubicBezTo>
                    <a:pt x="71321" y="0"/>
                    <a:pt x="68890" y="2432"/>
                    <a:pt x="68890" y="5675"/>
                  </a:cubicBezTo>
                  <a:cubicBezTo>
                    <a:pt x="68890" y="8918"/>
                    <a:pt x="71321" y="11350"/>
                    <a:pt x="74563" y="11350"/>
                  </a:cubicBezTo>
                  <a:lnTo>
                    <a:pt x="94014" y="11350"/>
                  </a:lnTo>
                  <a:lnTo>
                    <a:pt x="94014" y="31619"/>
                  </a:lnTo>
                  <a:lnTo>
                    <a:pt x="43765" y="31619"/>
                  </a:lnTo>
                  <a:lnTo>
                    <a:pt x="43765" y="11350"/>
                  </a:lnTo>
                  <a:lnTo>
                    <a:pt x="48628" y="11350"/>
                  </a:lnTo>
                  <a:cubicBezTo>
                    <a:pt x="51870" y="11350"/>
                    <a:pt x="54302" y="8918"/>
                    <a:pt x="54302" y="5675"/>
                  </a:cubicBezTo>
                  <a:cubicBezTo>
                    <a:pt x="54302" y="2432"/>
                    <a:pt x="51870" y="0"/>
                    <a:pt x="48628" y="0"/>
                  </a:cubicBezTo>
                  <a:lnTo>
                    <a:pt x="42955" y="0"/>
                  </a:lnTo>
                  <a:cubicBezTo>
                    <a:pt x="37282" y="0"/>
                    <a:pt x="33229" y="4054"/>
                    <a:pt x="33229" y="9729"/>
                  </a:cubicBezTo>
                  <a:lnTo>
                    <a:pt x="33229" y="33241"/>
                  </a:lnTo>
                  <a:cubicBezTo>
                    <a:pt x="33229" y="38916"/>
                    <a:pt x="37282" y="42970"/>
                    <a:pt x="42955" y="42970"/>
                  </a:cubicBezTo>
                  <a:lnTo>
                    <a:pt x="42955" y="42970"/>
                  </a:lnTo>
                  <a:lnTo>
                    <a:pt x="42955" y="60806"/>
                  </a:lnTo>
                  <a:cubicBezTo>
                    <a:pt x="42955" y="64860"/>
                    <a:pt x="40523" y="68103"/>
                    <a:pt x="37282" y="69724"/>
                  </a:cubicBezTo>
                  <a:cubicBezTo>
                    <a:pt x="14588" y="81075"/>
                    <a:pt x="0" y="102965"/>
                    <a:pt x="0" y="126477"/>
                  </a:cubicBezTo>
                  <a:cubicBezTo>
                    <a:pt x="0" y="126477"/>
                    <a:pt x="0" y="202688"/>
                    <a:pt x="0" y="202688"/>
                  </a:cubicBezTo>
                  <a:cubicBezTo>
                    <a:pt x="0" y="207552"/>
                    <a:pt x="1621" y="211606"/>
                    <a:pt x="3242" y="215660"/>
                  </a:cubicBezTo>
                  <a:lnTo>
                    <a:pt x="4863" y="218092"/>
                  </a:lnTo>
                  <a:cubicBezTo>
                    <a:pt x="8105" y="225389"/>
                    <a:pt x="8105" y="232685"/>
                    <a:pt x="4863" y="239172"/>
                  </a:cubicBezTo>
                  <a:cubicBezTo>
                    <a:pt x="2431" y="244036"/>
                    <a:pt x="811" y="249711"/>
                    <a:pt x="811" y="255387"/>
                  </a:cubicBezTo>
                  <a:lnTo>
                    <a:pt x="811" y="355109"/>
                  </a:lnTo>
                  <a:cubicBezTo>
                    <a:pt x="811" y="371324"/>
                    <a:pt x="14588" y="384296"/>
                    <a:pt x="31608" y="384296"/>
                  </a:cubicBezTo>
                  <a:cubicBezTo>
                    <a:pt x="38902" y="384296"/>
                    <a:pt x="45386" y="381864"/>
                    <a:pt x="51059" y="377810"/>
                  </a:cubicBezTo>
                  <a:cubicBezTo>
                    <a:pt x="56733" y="381864"/>
                    <a:pt x="63217" y="384296"/>
                    <a:pt x="70511" y="384296"/>
                  </a:cubicBezTo>
                  <a:cubicBezTo>
                    <a:pt x="77805" y="384296"/>
                    <a:pt x="84289" y="381864"/>
                    <a:pt x="89962" y="377810"/>
                  </a:cubicBezTo>
                  <a:cubicBezTo>
                    <a:pt x="95635" y="381864"/>
                    <a:pt x="102119" y="384296"/>
                    <a:pt x="109413" y="384296"/>
                  </a:cubicBezTo>
                  <a:cubicBezTo>
                    <a:pt x="126433" y="384296"/>
                    <a:pt x="140211" y="371324"/>
                    <a:pt x="140211" y="355109"/>
                  </a:cubicBezTo>
                  <a:lnTo>
                    <a:pt x="140211" y="257008"/>
                  </a:lnTo>
                  <a:cubicBezTo>
                    <a:pt x="140211" y="251333"/>
                    <a:pt x="138590" y="244847"/>
                    <a:pt x="136159" y="239982"/>
                  </a:cubicBezTo>
                  <a:cubicBezTo>
                    <a:pt x="132106" y="231875"/>
                    <a:pt x="133727" y="223767"/>
                    <a:pt x="136969" y="215660"/>
                  </a:cubicBezTo>
                  <a:cubicBezTo>
                    <a:pt x="138590" y="211606"/>
                    <a:pt x="140211" y="206741"/>
                    <a:pt x="140211" y="202688"/>
                  </a:cubicBezTo>
                  <a:cubicBezTo>
                    <a:pt x="140211" y="202688"/>
                    <a:pt x="140211" y="126477"/>
                    <a:pt x="140211" y="126477"/>
                  </a:cubicBezTo>
                  <a:cubicBezTo>
                    <a:pt x="138590" y="102154"/>
                    <a:pt x="124002" y="80264"/>
                    <a:pt x="101309" y="69724"/>
                  </a:cubicBezTo>
                  <a:lnTo>
                    <a:pt x="101309" y="69724"/>
                  </a:lnTo>
                  <a:close/>
                  <a:moveTo>
                    <a:pt x="24314" y="93236"/>
                  </a:moveTo>
                  <a:lnTo>
                    <a:pt x="113466" y="93236"/>
                  </a:lnTo>
                  <a:cubicBezTo>
                    <a:pt x="120760" y="101344"/>
                    <a:pt x="125623" y="111884"/>
                    <a:pt x="126433" y="123234"/>
                  </a:cubicBezTo>
                  <a:lnTo>
                    <a:pt x="11347" y="123234"/>
                  </a:lnTo>
                  <a:cubicBezTo>
                    <a:pt x="12157" y="111884"/>
                    <a:pt x="17020" y="101344"/>
                    <a:pt x="24314" y="93236"/>
                  </a:cubicBezTo>
                  <a:lnTo>
                    <a:pt x="24314" y="93236"/>
                  </a:lnTo>
                  <a:close/>
                  <a:moveTo>
                    <a:pt x="42145" y="79453"/>
                  </a:moveTo>
                  <a:cubicBezTo>
                    <a:pt x="49439" y="76211"/>
                    <a:pt x="54302" y="68914"/>
                    <a:pt x="54302" y="60806"/>
                  </a:cubicBezTo>
                  <a:lnTo>
                    <a:pt x="54302" y="42970"/>
                  </a:lnTo>
                  <a:lnTo>
                    <a:pt x="84289" y="42970"/>
                  </a:lnTo>
                  <a:lnTo>
                    <a:pt x="84289" y="60806"/>
                  </a:lnTo>
                  <a:cubicBezTo>
                    <a:pt x="84289" y="68914"/>
                    <a:pt x="89152" y="76211"/>
                    <a:pt x="96446" y="79453"/>
                  </a:cubicBezTo>
                  <a:cubicBezTo>
                    <a:pt x="98067" y="80264"/>
                    <a:pt x="98877" y="81075"/>
                    <a:pt x="100498" y="81886"/>
                  </a:cubicBezTo>
                  <a:lnTo>
                    <a:pt x="38902" y="81886"/>
                  </a:lnTo>
                  <a:cubicBezTo>
                    <a:pt x="39713" y="81075"/>
                    <a:pt x="41334" y="80264"/>
                    <a:pt x="42145" y="79453"/>
                  </a:cubicBezTo>
                  <a:lnTo>
                    <a:pt x="42145" y="79453"/>
                  </a:lnTo>
                  <a:close/>
                  <a:moveTo>
                    <a:pt x="127244" y="355109"/>
                  </a:moveTo>
                  <a:cubicBezTo>
                    <a:pt x="127244" y="364838"/>
                    <a:pt x="118329" y="372945"/>
                    <a:pt x="107792" y="372945"/>
                  </a:cubicBezTo>
                  <a:cubicBezTo>
                    <a:pt x="102930" y="372945"/>
                    <a:pt x="98877" y="371324"/>
                    <a:pt x="94825" y="368892"/>
                  </a:cubicBezTo>
                  <a:cubicBezTo>
                    <a:pt x="93204" y="367270"/>
                    <a:pt x="90773" y="366459"/>
                    <a:pt x="88341" y="366459"/>
                  </a:cubicBezTo>
                  <a:cubicBezTo>
                    <a:pt x="85910" y="366459"/>
                    <a:pt x="83478" y="367270"/>
                    <a:pt x="81857" y="368892"/>
                  </a:cubicBezTo>
                  <a:cubicBezTo>
                    <a:pt x="78616" y="371324"/>
                    <a:pt x="73753" y="372945"/>
                    <a:pt x="68890" y="372945"/>
                  </a:cubicBezTo>
                  <a:cubicBezTo>
                    <a:pt x="64027" y="372945"/>
                    <a:pt x="59975" y="371324"/>
                    <a:pt x="55922" y="368892"/>
                  </a:cubicBezTo>
                  <a:cubicBezTo>
                    <a:pt x="51870" y="365648"/>
                    <a:pt x="47007" y="365648"/>
                    <a:pt x="42955" y="368892"/>
                  </a:cubicBezTo>
                  <a:cubicBezTo>
                    <a:pt x="39713" y="371324"/>
                    <a:pt x="34850" y="372945"/>
                    <a:pt x="29987" y="372945"/>
                  </a:cubicBezTo>
                  <a:cubicBezTo>
                    <a:pt x="19451" y="372945"/>
                    <a:pt x="10536" y="364838"/>
                    <a:pt x="10536" y="355109"/>
                  </a:cubicBezTo>
                  <a:lnTo>
                    <a:pt x="10536" y="257008"/>
                  </a:lnTo>
                  <a:cubicBezTo>
                    <a:pt x="10536" y="252954"/>
                    <a:pt x="11347" y="248900"/>
                    <a:pt x="12968" y="245657"/>
                  </a:cubicBezTo>
                  <a:cubicBezTo>
                    <a:pt x="17830" y="235928"/>
                    <a:pt x="18641" y="224578"/>
                    <a:pt x="13778" y="214038"/>
                  </a:cubicBezTo>
                  <a:lnTo>
                    <a:pt x="12157" y="211606"/>
                  </a:lnTo>
                  <a:cubicBezTo>
                    <a:pt x="11347" y="210795"/>
                    <a:pt x="11347" y="209174"/>
                    <a:pt x="10536" y="208363"/>
                  </a:cubicBezTo>
                  <a:lnTo>
                    <a:pt x="79426" y="208363"/>
                  </a:lnTo>
                  <a:cubicBezTo>
                    <a:pt x="82668" y="208363"/>
                    <a:pt x="85099" y="205931"/>
                    <a:pt x="85099" y="202688"/>
                  </a:cubicBezTo>
                  <a:cubicBezTo>
                    <a:pt x="85099" y="199445"/>
                    <a:pt x="82668" y="197012"/>
                    <a:pt x="79426" y="197012"/>
                  </a:cubicBezTo>
                  <a:lnTo>
                    <a:pt x="9726" y="197012"/>
                  </a:lnTo>
                  <a:lnTo>
                    <a:pt x="9726" y="134584"/>
                  </a:lnTo>
                  <a:lnTo>
                    <a:pt x="124812" y="134584"/>
                  </a:lnTo>
                  <a:lnTo>
                    <a:pt x="124812" y="197012"/>
                  </a:lnTo>
                  <a:lnTo>
                    <a:pt x="106172" y="197012"/>
                  </a:lnTo>
                  <a:cubicBezTo>
                    <a:pt x="102930" y="197012"/>
                    <a:pt x="100498" y="199445"/>
                    <a:pt x="100498" y="202688"/>
                  </a:cubicBezTo>
                  <a:cubicBezTo>
                    <a:pt x="100498" y="205931"/>
                    <a:pt x="102930" y="208363"/>
                    <a:pt x="106172" y="208363"/>
                  </a:cubicBezTo>
                  <a:lnTo>
                    <a:pt x="124002" y="208363"/>
                  </a:lnTo>
                  <a:cubicBezTo>
                    <a:pt x="124002" y="209174"/>
                    <a:pt x="123191" y="210795"/>
                    <a:pt x="122381" y="211606"/>
                  </a:cubicBezTo>
                  <a:cubicBezTo>
                    <a:pt x="117518" y="222957"/>
                    <a:pt x="115897" y="234307"/>
                    <a:pt x="121570" y="245657"/>
                  </a:cubicBezTo>
                  <a:cubicBezTo>
                    <a:pt x="123191" y="248900"/>
                    <a:pt x="124002" y="252954"/>
                    <a:pt x="124002" y="257008"/>
                  </a:cubicBezTo>
                  <a:lnTo>
                    <a:pt x="124002" y="355109"/>
                  </a:lnTo>
                  <a:close/>
                </a:path>
              </a:pathLst>
            </a:custGeom>
            <a:solidFill>
              <a:srgbClr val="191919"/>
            </a:solidFill>
            <a:ln>
              <a:noFill/>
            </a:ln>
          </p:spPr>
          <p:txBody>
            <a:bodyPr anchorCtr="0" anchor="ctr" bIns="40025" lIns="80075" spcFirstLastPara="1" rIns="80075" wrap="square" tIns="40025">
              <a:noAutofit/>
            </a:bodyPr>
            <a:lstStyle/>
            <a:p>
              <a:pPr indent="0" lvl="0" marL="0" marR="0" rtl="0" algn="l">
                <a:lnSpc>
                  <a:spcPct val="100000"/>
                </a:lnSpc>
                <a:spcBef>
                  <a:spcPts val="0"/>
                </a:spcBef>
                <a:spcAft>
                  <a:spcPts val="0"/>
                </a:spcAft>
                <a:buClr>
                  <a:srgbClr val="000000"/>
                </a:buClr>
                <a:buSzPts val="1576"/>
                <a:buFont typeface="Arial"/>
                <a:buNone/>
              </a:pPr>
              <a:r>
                <a:t/>
              </a:r>
              <a:endParaRPr b="0" i="0" sz="1576" u="none" cap="none" strike="noStrike">
                <a:solidFill>
                  <a:srgbClr val="000000"/>
                </a:solidFill>
                <a:latin typeface="Calibri"/>
                <a:ea typeface="Calibri"/>
                <a:cs typeface="Calibri"/>
                <a:sym typeface="Calibri"/>
              </a:endParaRPr>
            </a:p>
          </p:txBody>
        </p:sp>
      </p:grpSp>
      <p:sp>
        <p:nvSpPr>
          <p:cNvPr id="723" name="Google Shape;723;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5</a:t>
            </a:r>
            <a:endParaRPr/>
          </a:p>
        </p:txBody>
      </p:sp>
      <p:sp>
        <p:nvSpPr>
          <p:cNvPr id="724" name="Google Shape;724;p6"/>
          <p:cNvSpPr txBox="1"/>
          <p:nvPr>
            <p:ph idx="1" type="subTitle"/>
          </p:nvPr>
        </p:nvSpPr>
        <p:spPr>
          <a:xfrm>
            <a:off x="270900" y="3775350"/>
            <a:ext cx="8602200" cy="13758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rgbClr val="000000"/>
              </a:buClr>
              <a:buSzPts val="1100"/>
              <a:buChar char="●"/>
            </a:pPr>
            <a:r>
              <a:rPr lang="en" sz="1100">
                <a:solidFill>
                  <a:srgbClr val="000000"/>
                </a:solidFill>
              </a:rPr>
              <a:t>Hohes C Orange is the most popular product by quantity in six regions. </a:t>
            </a:r>
            <a:r>
              <a:rPr lang="en" sz="1100">
                <a:solidFill>
                  <a:srgbClr val="000000"/>
                </a:solidFill>
              </a:rPr>
              <a:t>Fritz-Kola dominates in two regions—Berlin and Hamburg. Berlin, being a major city, has the highest sales volume at approximately 268,308 units. </a:t>
            </a:r>
            <a:endParaRPr sz="1100">
              <a:solidFill>
                <a:srgbClr val="000000"/>
              </a:solidFill>
            </a:endParaRPr>
          </a:p>
          <a:p>
            <a:pPr indent="0" lvl="0" marL="0" rtl="0" algn="l">
              <a:lnSpc>
                <a:spcPct val="115000"/>
              </a:lnSpc>
              <a:spcBef>
                <a:spcPts val="0"/>
              </a:spcBef>
              <a:spcAft>
                <a:spcPts val="0"/>
              </a:spcAft>
              <a:buSzPts val="1400"/>
              <a:buNone/>
            </a:pPr>
            <a:r>
              <a:t/>
            </a:r>
            <a:endParaRPr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en" sz="1100">
                <a:solidFill>
                  <a:srgbClr val="000000"/>
                </a:solidFill>
              </a:rPr>
              <a:t>Consider implementing a region-based product strategy rather than a uniform national approach, given the diverse demand patterns across regions. Promotions should be tailored to product popularity in each region, which can increase sales and improve overall revenue.</a:t>
            </a:r>
            <a:endParaRPr sz="11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pic>
        <p:nvPicPr>
          <p:cNvPr id="729" name="Google Shape;729;p7" title="Screenshot 2025-12-07 at 5.59.07 PM.png"/>
          <p:cNvPicPr preferRelativeResize="0"/>
          <p:nvPr/>
        </p:nvPicPr>
        <p:blipFill rotWithShape="1">
          <a:blip r:embed="rId3">
            <a:alphaModFix/>
          </a:blip>
          <a:srcRect b="0" l="0" r="0" t="0"/>
          <a:stretch/>
        </p:blipFill>
        <p:spPr>
          <a:xfrm>
            <a:off x="733211" y="1234775"/>
            <a:ext cx="3667850" cy="2397425"/>
          </a:xfrm>
          <a:prstGeom prst="rect">
            <a:avLst/>
          </a:prstGeom>
          <a:noFill/>
          <a:ln cap="flat" cmpd="sng" w="10875">
            <a:solidFill>
              <a:schemeClr val="dk1"/>
            </a:solidFill>
            <a:prstDash val="solid"/>
            <a:round/>
            <a:headEnd len="sm" w="sm" type="none"/>
            <a:tailEnd len="sm" w="sm" type="none"/>
          </a:ln>
        </p:spPr>
      </p:pic>
      <p:sp>
        <p:nvSpPr>
          <p:cNvPr id="730" name="Google Shape;730;p7"/>
          <p:cNvSpPr txBox="1"/>
          <p:nvPr>
            <p:ph idx="1" type="subTitle"/>
          </p:nvPr>
        </p:nvSpPr>
        <p:spPr>
          <a:xfrm>
            <a:off x="629375" y="241075"/>
            <a:ext cx="8245500" cy="94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2400">
                <a:solidFill>
                  <a:srgbClr val="000000"/>
                </a:solidFill>
                <a:latin typeface="Crete Round"/>
                <a:ea typeface="Crete Round"/>
                <a:cs typeface="Crete Round"/>
                <a:sym typeface="Crete Round"/>
              </a:rPr>
              <a:t>Are larger orders from repeat customers? </a:t>
            </a:r>
            <a:endParaRPr sz="2400">
              <a:solidFill>
                <a:srgbClr val="000000"/>
              </a:solidFill>
              <a:latin typeface="Crete Round"/>
              <a:ea typeface="Crete Round"/>
              <a:cs typeface="Crete Round"/>
              <a:sym typeface="Crete Round"/>
            </a:endParaRPr>
          </a:p>
          <a:p>
            <a:pPr indent="0" lvl="0" marL="0" rtl="0" algn="l">
              <a:lnSpc>
                <a:spcPct val="115000"/>
              </a:lnSpc>
              <a:spcBef>
                <a:spcPts val="0"/>
              </a:spcBef>
              <a:spcAft>
                <a:spcPts val="0"/>
              </a:spcAft>
              <a:buSzPts val="1400"/>
              <a:buNone/>
            </a:pPr>
            <a:r>
              <a:rPr lang="en" sz="2400">
                <a:solidFill>
                  <a:srgbClr val="000000"/>
                </a:solidFill>
                <a:latin typeface="Crete Round"/>
                <a:ea typeface="Crete Round"/>
                <a:cs typeface="Crete Round"/>
                <a:sym typeface="Crete Round"/>
              </a:rPr>
              <a:t>How does this compare between the customer types?</a:t>
            </a:r>
            <a:endParaRPr sz="2400">
              <a:solidFill>
                <a:srgbClr val="000000"/>
              </a:solidFill>
              <a:latin typeface="Crete Round"/>
              <a:ea typeface="Crete Round"/>
              <a:cs typeface="Crete Round"/>
              <a:sym typeface="Crete Round"/>
            </a:endParaRPr>
          </a:p>
        </p:txBody>
      </p:sp>
      <p:pic>
        <p:nvPicPr>
          <p:cNvPr id="731" name="Google Shape;731;p7" title="Screenshot 2025-12-07 at 5.41.20 PM.png"/>
          <p:cNvPicPr preferRelativeResize="0"/>
          <p:nvPr/>
        </p:nvPicPr>
        <p:blipFill rotWithShape="1">
          <a:blip r:embed="rId4">
            <a:alphaModFix/>
          </a:blip>
          <a:srcRect b="0" l="0" r="0" t="0"/>
          <a:stretch/>
        </p:blipFill>
        <p:spPr>
          <a:xfrm>
            <a:off x="4886037" y="1234775"/>
            <a:ext cx="3524751" cy="2397425"/>
          </a:xfrm>
          <a:prstGeom prst="rect">
            <a:avLst/>
          </a:prstGeom>
          <a:noFill/>
          <a:ln cap="flat" cmpd="sng" w="10875">
            <a:solidFill>
              <a:schemeClr val="dk1"/>
            </a:solidFill>
            <a:prstDash val="solid"/>
            <a:round/>
            <a:headEnd len="sm" w="sm" type="none"/>
            <a:tailEnd len="sm" w="sm" type="none"/>
          </a:ln>
        </p:spPr>
      </p:pic>
      <p:grpSp>
        <p:nvGrpSpPr>
          <p:cNvPr id="732" name="Google Shape;732;p7"/>
          <p:cNvGrpSpPr/>
          <p:nvPr/>
        </p:nvGrpSpPr>
        <p:grpSpPr>
          <a:xfrm>
            <a:off x="269131" y="367056"/>
            <a:ext cx="360255" cy="697226"/>
            <a:chOff x="7623734" y="4508840"/>
            <a:chExt cx="198564" cy="384295"/>
          </a:xfrm>
        </p:grpSpPr>
        <p:sp>
          <p:nvSpPr>
            <p:cNvPr id="733" name="Google Shape;733;p7"/>
            <p:cNvSpPr/>
            <p:nvPr/>
          </p:nvSpPr>
          <p:spPr>
            <a:xfrm>
              <a:off x="7749357" y="4514515"/>
              <a:ext cx="34850" cy="23511"/>
            </a:xfrm>
            <a:custGeom>
              <a:rect b="b" l="l" r="r" t="t"/>
              <a:pathLst>
                <a:path extrusionOk="0" h="23511" w="34850">
                  <a:moveTo>
                    <a:pt x="34850" y="23512"/>
                  </a:moveTo>
                  <a:lnTo>
                    <a:pt x="0" y="23512"/>
                  </a:lnTo>
                  <a:lnTo>
                    <a:pt x="0" y="12161"/>
                  </a:lnTo>
                  <a:cubicBezTo>
                    <a:pt x="0" y="5675"/>
                    <a:pt x="5673" y="0"/>
                    <a:pt x="12157" y="0"/>
                  </a:cubicBezTo>
                  <a:lnTo>
                    <a:pt x="22693" y="0"/>
                  </a:lnTo>
                  <a:cubicBezTo>
                    <a:pt x="29177" y="0"/>
                    <a:pt x="34850" y="5675"/>
                    <a:pt x="34850" y="12161"/>
                  </a:cubicBezTo>
                  <a:lnTo>
                    <a:pt x="34850" y="23512"/>
                  </a:lnTo>
                  <a:close/>
                </a:path>
              </a:pathLst>
            </a:custGeom>
            <a:solidFill>
              <a:srgbClr val="FFFFFF"/>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4" name="Google Shape;734;p7"/>
            <p:cNvSpPr/>
            <p:nvPr/>
          </p:nvSpPr>
          <p:spPr>
            <a:xfrm>
              <a:off x="7633460" y="4569646"/>
              <a:ext cx="178303" cy="317814"/>
            </a:xfrm>
            <a:custGeom>
              <a:rect b="b" l="l" r="r" t="t"/>
              <a:pathLst>
                <a:path extrusionOk="0" h="317814" w="178303">
                  <a:moveTo>
                    <a:pt x="162904" y="0"/>
                  </a:moveTo>
                  <a:lnTo>
                    <a:pt x="16209" y="0"/>
                  </a:lnTo>
                  <a:lnTo>
                    <a:pt x="0" y="37294"/>
                  </a:lnTo>
                  <a:lnTo>
                    <a:pt x="0" y="280520"/>
                  </a:lnTo>
                  <a:lnTo>
                    <a:pt x="14588" y="313760"/>
                  </a:lnTo>
                  <a:cubicBezTo>
                    <a:pt x="15399" y="316193"/>
                    <a:pt x="17830" y="317814"/>
                    <a:pt x="20262" y="317814"/>
                  </a:cubicBezTo>
                  <a:lnTo>
                    <a:pt x="158042" y="317814"/>
                  </a:lnTo>
                  <a:cubicBezTo>
                    <a:pt x="160473" y="317814"/>
                    <a:pt x="162904" y="316193"/>
                    <a:pt x="163715" y="313760"/>
                  </a:cubicBezTo>
                  <a:lnTo>
                    <a:pt x="178303" y="280520"/>
                  </a:lnTo>
                  <a:lnTo>
                    <a:pt x="178303" y="37294"/>
                  </a:lnTo>
                  <a:lnTo>
                    <a:pt x="162904" y="0"/>
                  </a:lnTo>
                  <a:close/>
                </a:path>
              </a:pathLst>
            </a:custGeom>
            <a:solidFill>
              <a:srgbClr val="CF1212"/>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5" name="Google Shape;735;p7"/>
            <p:cNvSpPr/>
            <p:nvPr/>
          </p:nvSpPr>
          <p:spPr>
            <a:xfrm>
              <a:off x="7629407" y="4538838"/>
              <a:ext cx="188028" cy="30808"/>
            </a:xfrm>
            <a:custGeom>
              <a:rect b="b" l="l" r="r" t="t"/>
              <a:pathLst>
                <a:path extrusionOk="0" h="30808" w="188028">
                  <a:moveTo>
                    <a:pt x="172630" y="30809"/>
                  </a:moveTo>
                  <a:lnTo>
                    <a:pt x="15399" y="30809"/>
                  </a:lnTo>
                  <a:cubicBezTo>
                    <a:pt x="6484" y="30809"/>
                    <a:pt x="0" y="23512"/>
                    <a:pt x="0" y="15404"/>
                  </a:cubicBezTo>
                  <a:cubicBezTo>
                    <a:pt x="0" y="6486"/>
                    <a:pt x="7294" y="0"/>
                    <a:pt x="15399" y="0"/>
                  </a:cubicBezTo>
                  <a:lnTo>
                    <a:pt x="172630" y="0"/>
                  </a:lnTo>
                  <a:cubicBezTo>
                    <a:pt x="181545" y="0"/>
                    <a:pt x="188029" y="7297"/>
                    <a:pt x="188029" y="15404"/>
                  </a:cubicBezTo>
                  <a:cubicBezTo>
                    <a:pt x="188029" y="23512"/>
                    <a:pt x="180735" y="30809"/>
                    <a:pt x="172630" y="30809"/>
                  </a:cubicBezTo>
                  <a:lnTo>
                    <a:pt x="172630" y="30809"/>
                  </a:lnTo>
                  <a:close/>
                </a:path>
              </a:pathLst>
            </a:custGeom>
            <a:solidFill>
              <a:srgbClr val="FFFFFF"/>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6" name="Google Shape;736;p7"/>
            <p:cNvSpPr/>
            <p:nvPr/>
          </p:nvSpPr>
          <p:spPr>
            <a:xfrm>
              <a:off x="7634270" y="4606941"/>
              <a:ext cx="178303" cy="243225"/>
            </a:xfrm>
            <a:custGeom>
              <a:rect b="b" l="l" r="r" t="t"/>
              <a:pathLst>
                <a:path extrusionOk="0" h="243225" w="178303">
                  <a:moveTo>
                    <a:pt x="0" y="0"/>
                  </a:moveTo>
                  <a:lnTo>
                    <a:pt x="178303" y="0"/>
                  </a:lnTo>
                  <a:lnTo>
                    <a:pt x="178303" y="243225"/>
                  </a:lnTo>
                  <a:lnTo>
                    <a:pt x="0" y="243225"/>
                  </a:lnTo>
                  <a:close/>
                </a:path>
              </a:pathLst>
            </a:custGeom>
            <a:solidFill>
              <a:srgbClr val="CF1212"/>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7" name="Google Shape;737;p7"/>
            <p:cNvSpPr/>
            <p:nvPr/>
          </p:nvSpPr>
          <p:spPr>
            <a:xfrm>
              <a:off x="7634270" y="4694502"/>
              <a:ext cx="178303" cy="67292"/>
            </a:xfrm>
            <a:custGeom>
              <a:rect b="b" l="l" r="r" t="t"/>
              <a:pathLst>
                <a:path extrusionOk="0" h="67292" w="178303">
                  <a:moveTo>
                    <a:pt x="0" y="0"/>
                  </a:moveTo>
                  <a:lnTo>
                    <a:pt x="178303" y="0"/>
                  </a:lnTo>
                  <a:lnTo>
                    <a:pt x="178303" y="67292"/>
                  </a:lnTo>
                  <a:lnTo>
                    <a:pt x="0" y="67292"/>
                  </a:lnTo>
                  <a:close/>
                </a:path>
              </a:pathLst>
            </a:custGeom>
            <a:solidFill>
              <a:srgbClr val="FFFFFF"/>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8" name="Google Shape;738;p7"/>
            <p:cNvSpPr/>
            <p:nvPr/>
          </p:nvSpPr>
          <p:spPr>
            <a:xfrm>
              <a:off x="7665068" y="4636939"/>
              <a:ext cx="116707" cy="165393"/>
            </a:xfrm>
            <a:custGeom>
              <a:rect b="b" l="l" r="r" t="t"/>
              <a:pathLst>
                <a:path extrusionOk="0" h="165393" w="116707">
                  <a:moveTo>
                    <a:pt x="116708" y="82697"/>
                  </a:moveTo>
                  <a:cubicBezTo>
                    <a:pt x="116708" y="128099"/>
                    <a:pt x="90773" y="165393"/>
                    <a:pt x="58354" y="165393"/>
                  </a:cubicBezTo>
                  <a:cubicBezTo>
                    <a:pt x="25935" y="165393"/>
                    <a:pt x="0" y="128909"/>
                    <a:pt x="0" y="82697"/>
                  </a:cubicBezTo>
                  <a:cubicBezTo>
                    <a:pt x="0" y="37295"/>
                    <a:pt x="25935" y="0"/>
                    <a:pt x="58354" y="0"/>
                  </a:cubicBezTo>
                  <a:cubicBezTo>
                    <a:pt x="73753" y="0"/>
                    <a:pt x="88341" y="8918"/>
                    <a:pt x="99688" y="24323"/>
                  </a:cubicBezTo>
                  <a:cubicBezTo>
                    <a:pt x="110224" y="39727"/>
                    <a:pt x="116708" y="60806"/>
                    <a:pt x="116708" y="82697"/>
                  </a:cubicBezTo>
                  <a:lnTo>
                    <a:pt x="116708" y="82697"/>
                  </a:lnTo>
                  <a:close/>
                </a:path>
              </a:pathLst>
            </a:custGeom>
            <a:solidFill>
              <a:srgbClr val="FFFFFF"/>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sp>
          <p:nvSpPr>
            <p:cNvPr id="739" name="Google Shape;739;p7"/>
            <p:cNvSpPr/>
            <p:nvPr/>
          </p:nvSpPr>
          <p:spPr>
            <a:xfrm>
              <a:off x="7623734" y="4508840"/>
              <a:ext cx="198564" cy="384295"/>
            </a:xfrm>
            <a:custGeom>
              <a:rect b="b" l="l" r="r" t="t"/>
              <a:pathLst>
                <a:path extrusionOk="0" h="384295" w="198564">
                  <a:moveTo>
                    <a:pt x="193702" y="95669"/>
                  </a:moveTo>
                  <a:lnTo>
                    <a:pt x="180735" y="65671"/>
                  </a:lnTo>
                  <a:cubicBezTo>
                    <a:pt x="191271" y="64049"/>
                    <a:pt x="198565" y="55131"/>
                    <a:pt x="198565" y="44591"/>
                  </a:cubicBezTo>
                  <a:cubicBezTo>
                    <a:pt x="198565" y="33241"/>
                    <a:pt x="188839" y="23512"/>
                    <a:pt x="177493" y="23512"/>
                  </a:cubicBezTo>
                  <a:lnTo>
                    <a:pt x="165336" y="23512"/>
                  </a:lnTo>
                  <a:lnTo>
                    <a:pt x="165336" y="17836"/>
                  </a:lnTo>
                  <a:cubicBezTo>
                    <a:pt x="165336" y="8108"/>
                    <a:pt x="157231" y="0"/>
                    <a:pt x="147506" y="0"/>
                  </a:cubicBezTo>
                  <a:lnTo>
                    <a:pt x="137780" y="0"/>
                  </a:lnTo>
                  <a:cubicBezTo>
                    <a:pt x="128054" y="0"/>
                    <a:pt x="119949" y="8108"/>
                    <a:pt x="119949" y="17836"/>
                  </a:cubicBezTo>
                  <a:lnTo>
                    <a:pt x="119949" y="23512"/>
                  </a:lnTo>
                  <a:lnTo>
                    <a:pt x="68890" y="23512"/>
                  </a:lnTo>
                  <a:cubicBezTo>
                    <a:pt x="65648" y="23512"/>
                    <a:pt x="63217" y="25944"/>
                    <a:pt x="63217" y="29187"/>
                  </a:cubicBezTo>
                  <a:cubicBezTo>
                    <a:pt x="63217" y="32430"/>
                    <a:pt x="65648" y="34862"/>
                    <a:pt x="68890" y="34862"/>
                  </a:cubicBezTo>
                  <a:lnTo>
                    <a:pt x="178303" y="34862"/>
                  </a:lnTo>
                  <a:cubicBezTo>
                    <a:pt x="183977" y="34862"/>
                    <a:pt x="188029" y="39727"/>
                    <a:pt x="188029" y="44591"/>
                  </a:cubicBezTo>
                  <a:cubicBezTo>
                    <a:pt x="188029" y="49456"/>
                    <a:pt x="183166" y="54320"/>
                    <a:pt x="178303" y="54320"/>
                  </a:cubicBezTo>
                  <a:lnTo>
                    <a:pt x="21072" y="54320"/>
                  </a:lnTo>
                  <a:cubicBezTo>
                    <a:pt x="15399" y="54320"/>
                    <a:pt x="11347" y="49456"/>
                    <a:pt x="11347" y="44591"/>
                  </a:cubicBezTo>
                  <a:cubicBezTo>
                    <a:pt x="11347" y="39727"/>
                    <a:pt x="16209" y="34862"/>
                    <a:pt x="21072" y="34862"/>
                  </a:cubicBezTo>
                  <a:lnTo>
                    <a:pt x="43766" y="34862"/>
                  </a:lnTo>
                  <a:cubicBezTo>
                    <a:pt x="47007" y="34862"/>
                    <a:pt x="49438" y="32430"/>
                    <a:pt x="49438" y="29187"/>
                  </a:cubicBezTo>
                  <a:cubicBezTo>
                    <a:pt x="49438" y="25944"/>
                    <a:pt x="47007" y="23512"/>
                    <a:pt x="43766" y="23512"/>
                  </a:cubicBezTo>
                  <a:lnTo>
                    <a:pt x="21072" y="23512"/>
                  </a:lnTo>
                  <a:cubicBezTo>
                    <a:pt x="9726" y="23512"/>
                    <a:pt x="0" y="33241"/>
                    <a:pt x="0" y="44591"/>
                  </a:cubicBezTo>
                  <a:cubicBezTo>
                    <a:pt x="0" y="55131"/>
                    <a:pt x="8105" y="64049"/>
                    <a:pt x="17830" y="65671"/>
                  </a:cubicBezTo>
                  <a:lnTo>
                    <a:pt x="4863" y="95669"/>
                  </a:lnTo>
                  <a:cubicBezTo>
                    <a:pt x="4863" y="95669"/>
                    <a:pt x="4863" y="95669"/>
                    <a:pt x="4863" y="95669"/>
                  </a:cubicBezTo>
                  <a:cubicBezTo>
                    <a:pt x="4863" y="96479"/>
                    <a:pt x="4052" y="97290"/>
                    <a:pt x="4052" y="98101"/>
                  </a:cubicBezTo>
                  <a:lnTo>
                    <a:pt x="4052" y="341326"/>
                  </a:lnTo>
                  <a:cubicBezTo>
                    <a:pt x="4052" y="342137"/>
                    <a:pt x="4052" y="342948"/>
                    <a:pt x="4863" y="343758"/>
                  </a:cubicBezTo>
                  <a:cubicBezTo>
                    <a:pt x="4863" y="343758"/>
                    <a:pt x="4863" y="343758"/>
                    <a:pt x="4863" y="343758"/>
                  </a:cubicBezTo>
                  <a:lnTo>
                    <a:pt x="19451" y="376999"/>
                  </a:lnTo>
                  <a:cubicBezTo>
                    <a:pt x="21072" y="381053"/>
                    <a:pt x="25935" y="384296"/>
                    <a:pt x="30798" y="384296"/>
                  </a:cubicBezTo>
                  <a:lnTo>
                    <a:pt x="168578" y="384296"/>
                  </a:lnTo>
                  <a:cubicBezTo>
                    <a:pt x="173441" y="384296"/>
                    <a:pt x="177493" y="381053"/>
                    <a:pt x="179924" y="376999"/>
                  </a:cubicBezTo>
                  <a:lnTo>
                    <a:pt x="194513" y="343758"/>
                  </a:lnTo>
                  <a:lnTo>
                    <a:pt x="194513" y="343758"/>
                  </a:lnTo>
                  <a:cubicBezTo>
                    <a:pt x="194513" y="342948"/>
                    <a:pt x="195323" y="342137"/>
                    <a:pt x="195323" y="341326"/>
                  </a:cubicBezTo>
                  <a:lnTo>
                    <a:pt x="195323" y="98101"/>
                  </a:lnTo>
                  <a:cubicBezTo>
                    <a:pt x="194513" y="97290"/>
                    <a:pt x="194513" y="96479"/>
                    <a:pt x="193702" y="95669"/>
                  </a:cubicBezTo>
                  <a:cubicBezTo>
                    <a:pt x="193702" y="95669"/>
                    <a:pt x="193702" y="95669"/>
                    <a:pt x="193702" y="95669"/>
                  </a:cubicBezTo>
                  <a:lnTo>
                    <a:pt x="193702" y="95669"/>
                  </a:lnTo>
                  <a:close/>
                  <a:moveTo>
                    <a:pt x="154799" y="24323"/>
                  </a:moveTo>
                  <a:lnTo>
                    <a:pt x="131296" y="24323"/>
                  </a:lnTo>
                  <a:lnTo>
                    <a:pt x="131296" y="18647"/>
                  </a:lnTo>
                  <a:cubicBezTo>
                    <a:pt x="131296" y="15404"/>
                    <a:pt x="133727" y="12161"/>
                    <a:pt x="137780" y="12161"/>
                  </a:cubicBezTo>
                  <a:lnTo>
                    <a:pt x="148316" y="12161"/>
                  </a:lnTo>
                  <a:cubicBezTo>
                    <a:pt x="151558" y="12161"/>
                    <a:pt x="154799" y="14593"/>
                    <a:pt x="154799" y="18647"/>
                  </a:cubicBezTo>
                  <a:lnTo>
                    <a:pt x="154799" y="24323"/>
                  </a:lnTo>
                  <a:close/>
                  <a:moveTo>
                    <a:pt x="29987" y="66481"/>
                  </a:moveTo>
                  <a:lnTo>
                    <a:pt x="169388" y="66481"/>
                  </a:lnTo>
                  <a:lnTo>
                    <a:pt x="180735" y="92426"/>
                  </a:lnTo>
                  <a:lnTo>
                    <a:pt x="19451" y="92426"/>
                  </a:lnTo>
                  <a:lnTo>
                    <a:pt x="29987" y="66481"/>
                  </a:lnTo>
                  <a:close/>
                  <a:moveTo>
                    <a:pt x="16209" y="191337"/>
                  </a:moveTo>
                  <a:lnTo>
                    <a:pt x="37281" y="191337"/>
                  </a:lnTo>
                  <a:cubicBezTo>
                    <a:pt x="36471" y="197823"/>
                    <a:pt x="35661" y="203498"/>
                    <a:pt x="35661" y="209984"/>
                  </a:cubicBezTo>
                  <a:cubicBezTo>
                    <a:pt x="35661" y="222957"/>
                    <a:pt x="37281" y="235118"/>
                    <a:pt x="41334" y="247279"/>
                  </a:cubicBezTo>
                  <a:lnTo>
                    <a:pt x="16209" y="247279"/>
                  </a:lnTo>
                  <a:lnTo>
                    <a:pt x="16209" y="191337"/>
                  </a:lnTo>
                  <a:close/>
                  <a:moveTo>
                    <a:pt x="169388" y="372135"/>
                  </a:moveTo>
                  <a:cubicBezTo>
                    <a:pt x="169388" y="372135"/>
                    <a:pt x="168578" y="372945"/>
                    <a:pt x="169388" y="372135"/>
                  </a:cubicBezTo>
                  <a:lnTo>
                    <a:pt x="30798" y="372945"/>
                  </a:lnTo>
                  <a:cubicBezTo>
                    <a:pt x="30798" y="372945"/>
                    <a:pt x="29987" y="372945"/>
                    <a:pt x="29987" y="372135"/>
                  </a:cubicBezTo>
                  <a:lnTo>
                    <a:pt x="18641" y="347001"/>
                  </a:lnTo>
                  <a:lnTo>
                    <a:pt x="179924" y="347001"/>
                  </a:lnTo>
                  <a:lnTo>
                    <a:pt x="169388" y="372135"/>
                  </a:lnTo>
                  <a:close/>
                  <a:moveTo>
                    <a:pt x="183166" y="335651"/>
                  </a:moveTo>
                  <a:lnTo>
                    <a:pt x="16209" y="335651"/>
                  </a:lnTo>
                  <a:lnTo>
                    <a:pt x="16209" y="258630"/>
                  </a:lnTo>
                  <a:lnTo>
                    <a:pt x="46197" y="258630"/>
                  </a:lnTo>
                  <a:cubicBezTo>
                    <a:pt x="48628" y="263494"/>
                    <a:pt x="51059" y="267548"/>
                    <a:pt x="54302" y="271602"/>
                  </a:cubicBezTo>
                  <a:cubicBezTo>
                    <a:pt x="66459" y="288627"/>
                    <a:pt x="82668" y="298356"/>
                    <a:pt x="100498" y="298356"/>
                  </a:cubicBezTo>
                  <a:cubicBezTo>
                    <a:pt x="111845" y="298356"/>
                    <a:pt x="122381" y="294303"/>
                    <a:pt x="132106" y="287006"/>
                  </a:cubicBezTo>
                  <a:cubicBezTo>
                    <a:pt x="134538" y="285384"/>
                    <a:pt x="135348" y="281330"/>
                    <a:pt x="132917" y="278898"/>
                  </a:cubicBezTo>
                  <a:cubicBezTo>
                    <a:pt x="131296" y="276466"/>
                    <a:pt x="127244" y="275655"/>
                    <a:pt x="124812" y="278087"/>
                  </a:cubicBezTo>
                  <a:cubicBezTo>
                    <a:pt x="117518" y="283763"/>
                    <a:pt x="108603" y="287006"/>
                    <a:pt x="100498" y="287006"/>
                  </a:cubicBezTo>
                  <a:cubicBezTo>
                    <a:pt x="71321" y="287006"/>
                    <a:pt x="47818" y="252954"/>
                    <a:pt x="47818" y="209984"/>
                  </a:cubicBezTo>
                  <a:cubicBezTo>
                    <a:pt x="47818" y="167825"/>
                    <a:pt x="71321" y="132963"/>
                    <a:pt x="100498" y="132963"/>
                  </a:cubicBezTo>
                  <a:cubicBezTo>
                    <a:pt x="129675" y="132963"/>
                    <a:pt x="153179" y="167015"/>
                    <a:pt x="153179" y="209984"/>
                  </a:cubicBezTo>
                  <a:cubicBezTo>
                    <a:pt x="153179" y="227821"/>
                    <a:pt x="148316" y="245657"/>
                    <a:pt x="140211" y="259440"/>
                  </a:cubicBezTo>
                  <a:cubicBezTo>
                    <a:pt x="138590" y="261872"/>
                    <a:pt x="139401" y="265926"/>
                    <a:pt x="141832" y="266737"/>
                  </a:cubicBezTo>
                  <a:cubicBezTo>
                    <a:pt x="144263" y="268358"/>
                    <a:pt x="148316" y="267548"/>
                    <a:pt x="149127" y="265115"/>
                  </a:cubicBezTo>
                  <a:cubicBezTo>
                    <a:pt x="150747" y="262683"/>
                    <a:pt x="151558" y="260251"/>
                    <a:pt x="153179" y="257819"/>
                  </a:cubicBezTo>
                  <a:lnTo>
                    <a:pt x="183166" y="257819"/>
                  </a:lnTo>
                  <a:lnTo>
                    <a:pt x="183166" y="335651"/>
                  </a:lnTo>
                  <a:lnTo>
                    <a:pt x="183166" y="335651"/>
                  </a:lnTo>
                  <a:close/>
                  <a:moveTo>
                    <a:pt x="183166" y="247279"/>
                  </a:moveTo>
                  <a:lnTo>
                    <a:pt x="158042" y="247279"/>
                  </a:lnTo>
                  <a:cubicBezTo>
                    <a:pt x="162094" y="235928"/>
                    <a:pt x="163715" y="222957"/>
                    <a:pt x="163715" y="209984"/>
                  </a:cubicBezTo>
                  <a:cubicBezTo>
                    <a:pt x="163715" y="203498"/>
                    <a:pt x="162904" y="197012"/>
                    <a:pt x="162094" y="191337"/>
                  </a:cubicBezTo>
                  <a:lnTo>
                    <a:pt x="183166" y="191337"/>
                  </a:lnTo>
                  <a:lnTo>
                    <a:pt x="183166" y="247279"/>
                  </a:lnTo>
                  <a:close/>
                  <a:moveTo>
                    <a:pt x="183166" y="179987"/>
                  </a:moveTo>
                  <a:lnTo>
                    <a:pt x="159663" y="179987"/>
                  </a:lnTo>
                  <a:cubicBezTo>
                    <a:pt x="156420" y="168636"/>
                    <a:pt x="151558" y="158096"/>
                    <a:pt x="145074" y="148367"/>
                  </a:cubicBezTo>
                  <a:cubicBezTo>
                    <a:pt x="132917" y="131342"/>
                    <a:pt x="116708" y="121613"/>
                    <a:pt x="98877" y="121613"/>
                  </a:cubicBezTo>
                  <a:cubicBezTo>
                    <a:pt x="81047" y="121613"/>
                    <a:pt x="64838" y="131342"/>
                    <a:pt x="52681" y="148367"/>
                  </a:cubicBezTo>
                  <a:cubicBezTo>
                    <a:pt x="46197" y="157286"/>
                    <a:pt x="41334" y="167825"/>
                    <a:pt x="38092" y="179987"/>
                  </a:cubicBezTo>
                  <a:lnTo>
                    <a:pt x="16209" y="179987"/>
                  </a:lnTo>
                  <a:lnTo>
                    <a:pt x="16209" y="103776"/>
                  </a:lnTo>
                  <a:lnTo>
                    <a:pt x="183166" y="103776"/>
                  </a:lnTo>
                  <a:lnTo>
                    <a:pt x="183166" y="179987"/>
                  </a:lnTo>
                  <a:close/>
                </a:path>
              </a:pathLst>
            </a:custGeom>
            <a:solidFill>
              <a:srgbClr val="191919"/>
            </a:solidFill>
            <a:ln>
              <a:noFill/>
            </a:ln>
          </p:spPr>
          <p:txBody>
            <a:bodyPr anchorCtr="0" anchor="ctr" bIns="82925" lIns="165875" spcFirstLastPara="1" rIns="165875" wrap="square" tIns="82925">
              <a:noAutofit/>
            </a:bodyPr>
            <a:lstStyle/>
            <a:p>
              <a:pPr indent="0" lvl="0" marL="0" marR="0" rtl="0" algn="l">
                <a:lnSpc>
                  <a:spcPct val="100000"/>
                </a:lnSpc>
                <a:spcBef>
                  <a:spcPts val="0"/>
                </a:spcBef>
                <a:spcAft>
                  <a:spcPts val="0"/>
                </a:spcAft>
                <a:buClr>
                  <a:srgbClr val="000000"/>
                </a:buClr>
                <a:buSzPts val="3265"/>
                <a:buFont typeface="Arial"/>
                <a:buNone/>
              </a:pPr>
              <a:r>
                <a:t/>
              </a:r>
              <a:endParaRPr b="0" i="0" sz="3265" u="none" cap="none" strike="noStrike">
                <a:solidFill>
                  <a:srgbClr val="000000"/>
                </a:solidFill>
                <a:latin typeface="Calibri"/>
                <a:ea typeface="Calibri"/>
                <a:cs typeface="Calibri"/>
                <a:sym typeface="Calibri"/>
              </a:endParaRPr>
            </a:p>
          </p:txBody>
        </p:sp>
      </p:grpSp>
      <p:sp>
        <p:nvSpPr>
          <p:cNvPr id="740" name="Google Shape;740;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6</a:t>
            </a:r>
            <a:endParaRPr/>
          </a:p>
        </p:txBody>
      </p:sp>
      <p:sp>
        <p:nvSpPr>
          <p:cNvPr id="741" name="Google Shape;741;p7"/>
          <p:cNvSpPr txBox="1"/>
          <p:nvPr>
            <p:ph idx="1" type="subTitle"/>
          </p:nvPr>
        </p:nvSpPr>
        <p:spPr>
          <a:xfrm>
            <a:off x="269125" y="3470525"/>
            <a:ext cx="8700900" cy="167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050">
              <a:solidFill>
                <a:srgbClr val="000000"/>
              </a:solidFill>
            </a:endParaRPr>
          </a:p>
          <a:p>
            <a:pPr indent="-298450" lvl="0" marL="457200" rtl="0" algn="l">
              <a:lnSpc>
                <a:spcPct val="100000"/>
              </a:lnSpc>
              <a:spcBef>
                <a:spcPts val="0"/>
              </a:spcBef>
              <a:spcAft>
                <a:spcPts val="0"/>
              </a:spcAft>
              <a:buClr>
                <a:srgbClr val="000000"/>
              </a:buClr>
              <a:buSzPts val="1100"/>
              <a:buChar char="●"/>
            </a:pPr>
            <a:r>
              <a:rPr lang="en" sz="1100">
                <a:solidFill>
                  <a:srgbClr val="000000"/>
                </a:solidFill>
              </a:rPr>
              <a:t>All customers are repeat (&gt;1 order per week) - cannot distinguish between repeat or one-time customers.</a:t>
            </a:r>
            <a:endParaRPr sz="1100">
              <a:solidFill>
                <a:srgbClr val="000000"/>
              </a:solidFill>
            </a:endParaRPr>
          </a:p>
          <a:p>
            <a:pPr indent="-298450" lvl="0" marL="457200" rtl="0" algn="l">
              <a:lnSpc>
                <a:spcPct val="100000"/>
              </a:lnSpc>
              <a:spcBef>
                <a:spcPts val="0"/>
              </a:spcBef>
              <a:spcAft>
                <a:spcPts val="0"/>
              </a:spcAft>
              <a:buClr>
                <a:srgbClr val="000000"/>
              </a:buClr>
              <a:buSzPts val="1100"/>
              <a:buChar char="●"/>
            </a:pPr>
            <a:r>
              <a:rPr lang="en" sz="1100">
                <a:solidFill>
                  <a:srgbClr val="000000"/>
                </a:solidFill>
              </a:rPr>
              <a:t>Looked for correlation between the size of the sale and the frequency with which the customers return.</a:t>
            </a:r>
            <a:endParaRPr sz="1100">
              <a:solidFill>
                <a:srgbClr val="000000"/>
              </a:solidFill>
            </a:endParaRPr>
          </a:p>
          <a:p>
            <a:pPr indent="-298450" lvl="0" marL="457200" rtl="0" algn="l">
              <a:lnSpc>
                <a:spcPct val="100000"/>
              </a:lnSpc>
              <a:spcBef>
                <a:spcPts val="0"/>
              </a:spcBef>
              <a:spcAft>
                <a:spcPts val="0"/>
              </a:spcAft>
              <a:buClr>
                <a:srgbClr val="000000"/>
              </a:buClr>
              <a:buSzPts val="1100"/>
              <a:buChar char="●"/>
            </a:pPr>
            <a:r>
              <a:rPr lang="en" sz="1100">
                <a:solidFill>
                  <a:srgbClr val="000000"/>
                </a:solidFill>
              </a:rPr>
              <a:t>Strong correlation between total spend and the number of orders placed, but spend accumulated. </a:t>
            </a:r>
            <a:endParaRPr sz="1100">
              <a:solidFill>
                <a:srgbClr val="000000"/>
              </a:solidFill>
            </a:endParaRPr>
          </a:p>
          <a:p>
            <a:pPr indent="-298450" lvl="0" marL="457200" rtl="0" algn="l">
              <a:lnSpc>
                <a:spcPct val="100000"/>
              </a:lnSpc>
              <a:spcBef>
                <a:spcPts val="0"/>
              </a:spcBef>
              <a:spcAft>
                <a:spcPts val="0"/>
              </a:spcAft>
              <a:buClr>
                <a:srgbClr val="000000"/>
              </a:buClr>
              <a:buSzPts val="1100"/>
              <a:buChar char="●"/>
            </a:pPr>
            <a:r>
              <a:rPr lang="en" sz="1100">
                <a:solidFill>
                  <a:srgbClr val="000000"/>
                </a:solidFill>
              </a:rPr>
              <a:t>When calculating the average spend per order, really no correlation between how much the most frequent customers spend. </a:t>
            </a:r>
            <a:endParaRPr sz="1100">
              <a:solidFill>
                <a:srgbClr val="000000"/>
              </a:solidFill>
            </a:endParaRPr>
          </a:p>
          <a:p>
            <a:pPr indent="0" lvl="0" marL="0" rtl="0" algn="l">
              <a:lnSpc>
                <a:spcPct val="100000"/>
              </a:lnSpc>
              <a:spcBef>
                <a:spcPts val="0"/>
              </a:spcBef>
              <a:spcAft>
                <a:spcPts val="0"/>
              </a:spcAft>
              <a:buSzPts val="1400"/>
              <a:buNone/>
            </a:pPr>
            <a:r>
              <a:t/>
            </a:r>
            <a:endParaRPr sz="1100">
              <a:solidFill>
                <a:srgbClr val="000000"/>
              </a:solidFill>
            </a:endParaRPr>
          </a:p>
          <a:p>
            <a:pPr indent="-298450" lvl="0" marL="457200" rtl="0" algn="l">
              <a:lnSpc>
                <a:spcPct val="100000"/>
              </a:lnSpc>
              <a:spcBef>
                <a:spcPts val="0"/>
              </a:spcBef>
              <a:spcAft>
                <a:spcPts val="0"/>
              </a:spcAft>
              <a:buClr>
                <a:srgbClr val="000000"/>
              </a:buClr>
              <a:buSzPts val="1100"/>
              <a:buChar char="●"/>
            </a:pPr>
            <a:r>
              <a:rPr lang="en" sz="1100">
                <a:solidFill>
                  <a:srgbClr val="000000"/>
                </a:solidFill>
              </a:rPr>
              <a:t>The only insight we can provide Obaidi Beverage Distributors from this inquiry is that they have very loyal customers, and may want to consider a loyalty program to increase order frequency, or a discount off of larger orders to increase spend per order.</a:t>
            </a:r>
            <a:endParaRPr sz="1100">
              <a:solidFill>
                <a:srgbClr val="000000"/>
              </a:solidFill>
            </a:endParaRPr>
          </a:p>
          <a:p>
            <a:pPr indent="0" lvl="0" marL="0" rtl="0" algn="l">
              <a:lnSpc>
                <a:spcPct val="100000"/>
              </a:lnSpc>
              <a:spcBef>
                <a:spcPts val="0"/>
              </a:spcBef>
              <a:spcAft>
                <a:spcPts val="0"/>
              </a:spcAft>
              <a:buSzPts val="1400"/>
              <a:buNone/>
            </a:pPr>
            <a:r>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2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
          <p:cNvSpPr/>
          <p:nvPr/>
        </p:nvSpPr>
        <p:spPr>
          <a:xfrm>
            <a:off x="6810974"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sp>
        <p:nvSpPr>
          <p:cNvPr id="747" name="Google Shape;747;p8"/>
          <p:cNvSpPr/>
          <p:nvPr/>
        </p:nvSpPr>
        <p:spPr>
          <a:xfrm>
            <a:off x="4062150"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sp>
        <p:nvSpPr>
          <p:cNvPr id="748" name="Google Shape;748;p8"/>
          <p:cNvSpPr/>
          <p:nvPr/>
        </p:nvSpPr>
        <p:spPr>
          <a:xfrm>
            <a:off x="1313275"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sp>
        <p:nvSpPr>
          <p:cNvPr id="749" name="Google Shape;749;p8"/>
          <p:cNvSpPr txBox="1"/>
          <p:nvPr>
            <p:ph idx="4294967295" type="subTitle"/>
          </p:nvPr>
        </p:nvSpPr>
        <p:spPr>
          <a:xfrm flipH="1">
            <a:off x="5949224" y="3062012"/>
            <a:ext cx="2743200" cy="1839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rgbClr val="000000"/>
                </a:solidFill>
                <a:latin typeface="Albert Sans"/>
                <a:ea typeface="Albert Sans"/>
                <a:cs typeface="Albert Sans"/>
                <a:sym typeface="Albert Sans"/>
              </a:rPr>
              <a:t>Manufactured data is very clean with round numbers and consistent, uniform proportions</a:t>
            </a:r>
            <a:r>
              <a:rPr b="0" i="0" lang="en" sz="1400" u="none" cap="none" strike="noStrike">
                <a:solidFill>
                  <a:schemeClr val="dk1"/>
                </a:solidFill>
                <a:latin typeface="Albert Sans"/>
                <a:ea typeface="Albert Sans"/>
                <a:cs typeface="Albert Sans"/>
                <a:sym typeface="Albert Sans"/>
              </a:rPr>
              <a:t>. Organic data may result in more variation and better actionable insights.</a:t>
            </a:r>
            <a:endParaRPr b="0" i="0" sz="1400" u="none" cap="none" strike="noStrike">
              <a:solidFill>
                <a:schemeClr val="dk1"/>
              </a:solidFill>
              <a:latin typeface="Albert Sans"/>
              <a:ea typeface="Albert Sans"/>
              <a:cs typeface="Albert Sans"/>
              <a:sym typeface="Albert Sans"/>
            </a:endParaRPr>
          </a:p>
        </p:txBody>
      </p:sp>
      <p:sp>
        <p:nvSpPr>
          <p:cNvPr id="750" name="Google Shape;750;p8"/>
          <p:cNvSpPr txBox="1"/>
          <p:nvPr>
            <p:ph idx="4294967295" type="subTitle"/>
          </p:nvPr>
        </p:nvSpPr>
        <p:spPr>
          <a:xfrm flipH="1">
            <a:off x="3200400" y="3062012"/>
            <a:ext cx="2743200" cy="158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chemeClr val="dk1"/>
                </a:solidFill>
                <a:latin typeface="Albert Sans"/>
                <a:ea typeface="Albert Sans"/>
                <a:cs typeface="Albert Sans"/>
                <a:sym typeface="Albert Sans"/>
              </a:rPr>
              <a:t>Understanding the industries of B2B customers, or the settings (urban, rural) of B2C customers could provide insights for marketing spend.</a:t>
            </a:r>
            <a:endParaRPr b="0" i="0" sz="1400" u="none" cap="none" strike="noStrike">
              <a:solidFill>
                <a:srgbClr val="000000"/>
              </a:solidFill>
              <a:latin typeface="Albert Sans"/>
              <a:ea typeface="Albert Sans"/>
              <a:cs typeface="Albert Sans"/>
              <a:sym typeface="Albert Sans"/>
            </a:endParaRPr>
          </a:p>
        </p:txBody>
      </p:sp>
      <p:sp>
        <p:nvSpPr>
          <p:cNvPr id="751" name="Google Shape;751;p8"/>
          <p:cNvSpPr txBox="1"/>
          <p:nvPr>
            <p:ph idx="4294967295" type="subTitle"/>
          </p:nvPr>
        </p:nvSpPr>
        <p:spPr>
          <a:xfrm flipH="1">
            <a:off x="451528" y="3062012"/>
            <a:ext cx="2743200" cy="1755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chemeClr val="dk1"/>
                </a:solidFill>
                <a:latin typeface="Albert Sans"/>
                <a:ea typeface="Albert Sans"/>
                <a:cs typeface="Albert Sans"/>
                <a:sym typeface="Albert Sans"/>
              </a:rPr>
              <a:t>Data only included customer location, not origin of order to be distributed or distance product must travel. With this information, insights could be sought for cost savings.</a:t>
            </a:r>
            <a:endParaRPr b="0" i="0" sz="1400" u="none" cap="none" strike="noStrike">
              <a:solidFill>
                <a:schemeClr val="dk1"/>
              </a:solidFill>
              <a:latin typeface="Albert Sans"/>
              <a:ea typeface="Albert Sans"/>
              <a:cs typeface="Albert Sans"/>
              <a:sym typeface="Albert Sans"/>
            </a:endParaRPr>
          </a:p>
        </p:txBody>
      </p:sp>
      <p:sp>
        <p:nvSpPr>
          <p:cNvPr id="752" name="Google Shape;752;p8"/>
          <p:cNvSpPr txBox="1"/>
          <p:nvPr>
            <p:ph idx="4294967295" type="subTitle"/>
          </p:nvPr>
        </p:nvSpPr>
        <p:spPr>
          <a:xfrm flipH="1">
            <a:off x="5949224" y="2606275"/>
            <a:ext cx="2743200" cy="52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lbert Sans"/>
              <a:buNone/>
            </a:pPr>
            <a:r>
              <a:rPr b="1" i="0" lang="en" sz="1600" u="none" cap="none" strike="noStrike">
                <a:solidFill>
                  <a:schemeClr val="dk1"/>
                </a:solidFill>
                <a:latin typeface="Albert Sans"/>
                <a:ea typeface="Albert Sans"/>
                <a:cs typeface="Albert Sans"/>
                <a:sym typeface="Albert Sans"/>
              </a:rPr>
              <a:t>Manufactured Data</a:t>
            </a:r>
            <a:endParaRPr b="1" i="0" sz="1600" u="none" cap="none" strike="noStrike">
              <a:solidFill>
                <a:schemeClr val="dk1"/>
              </a:solidFill>
              <a:latin typeface="Albert Sans"/>
              <a:ea typeface="Albert Sans"/>
              <a:cs typeface="Albert Sans"/>
              <a:sym typeface="Albert Sans"/>
            </a:endParaRPr>
          </a:p>
        </p:txBody>
      </p:sp>
      <p:sp>
        <p:nvSpPr>
          <p:cNvPr id="753" name="Google Shape;753;p8"/>
          <p:cNvSpPr txBox="1"/>
          <p:nvPr>
            <p:ph idx="4294967295" type="subTitle"/>
          </p:nvPr>
        </p:nvSpPr>
        <p:spPr>
          <a:xfrm flipH="1">
            <a:off x="3451650" y="2606275"/>
            <a:ext cx="2240700" cy="52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lbert Sans"/>
              <a:buNone/>
            </a:pPr>
            <a:r>
              <a:rPr b="1" i="0" lang="en" sz="1600" u="none" cap="none" strike="noStrike">
                <a:solidFill>
                  <a:schemeClr val="dk1"/>
                </a:solidFill>
                <a:latin typeface="Albert Sans"/>
                <a:ea typeface="Albert Sans"/>
                <a:cs typeface="Albert Sans"/>
                <a:sym typeface="Albert Sans"/>
              </a:rPr>
              <a:t>Customer Details</a:t>
            </a:r>
            <a:endParaRPr b="1" i="0" sz="1600" u="none" cap="none" strike="noStrike">
              <a:solidFill>
                <a:schemeClr val="dk1"/>
              </a:solidFill>
              <a:latin typeface="Albert Sans"/>
              <a:ea typeface="Albert Sans"/>
              <a:cs typeface="Albert Sans"/>
              <a:sym typeface="Albert Sans"/>
            </a:endParaRPr>
          </a:p>
        </p:txBody>
      </p:sp>
      <p:sp>
        <p:nvSpPr>
          <p:cNvPr id="754" name="Google Shape;754;p8"/>
          <p:cNvSpPr txBox="1"/>
          <p:nvPr>
            <p:ph idx="1" type="subTitle"/>
          </p:nvPr>
        </p:nvSpPr>
        <p:spPr>
          <a:xfrm flipH="1">
            <a:off x="451578" y="2606275"/>
            <a:ext cx="27432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b="1" lang="en"/>
              <a:t>Warehousing &amp; Inventory</a:t>
            </a:r>
            <a:endParaRPr b="1"/>
          </a:p>
        </p:txBody>
      </p:sp>
      <p:sp>
        <p:nvSpPr>
          <p:cNvPr id="755" name="Google Shape;755;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r>
              <a:rPr lang="en"/>
              <a:t>7</a:t>
            </a:r>
            <a:endParaRPr/>
          </a:p>
        </p:txBody>
      </p:sp>
      <p:sp>
        <p:nvSpPr>
          <p:cNvPr id="756" name="Google Shape;756;p8"/>
          <p:cNvSpPr txBox="1"/>
          <p:nvPr>
            <p:ph type="title"/>
          </p:nvPr>
        </p:nvSpPr>
        <p:spPr>
          <a:xfrm>
            <a:off x="720000" y="245550"/>
            <a:ext cx="7704000" cy="946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solidFill>
                  <a:srgbClr val="4E48AB"/>
                </a:solidFill>
                <a:latin typeface="Crete Round"/>
                <a:ea typeface="Crete Round"/>
                <a:cs typeface="Crete Round"/>
                <a:sym typeface="Crete Round"/>
              </a:rPr>
              <a:t>Limitations</a:t>
            </a:r>
            <a:endParaRPr>
              <a:solidFill>
                <a:srgbClr val="4E48AB"/>
              </a:solidFill>
              <a:latin typeface="Crete Round"/>
              <a:ea typeface="Crete Round"/>
              <a:cs typeface="Crete Round"/>
              <a:sym typeface="Crete Round"/>
            </a:endParaRPr>
          </a:p>
        </p:txBody>
      </p:sp>
      <p:grpSp>
        <p:nvGrpSpPr>
          <p:cNvPr id="757" name="Google Shape;757;p8"/>
          <p:cNvGrpSpPr/>
          <p:nvPr/>
        </p:nvGrpSpPr>
        <p:grpSpPr>
          <a:xfrm>
            <a:off x="4453342" y="1729728"/>
            <a:ext cx="237316" cy="457196"/>
            <a:chOff x="4358354" y="4508840"/>
            <a:chExt cx="199375" cy="384295"/>
          </a:xfrm>
        </p:grpSpPr>
        <p:sp>
          <p:nvSpPr>
            <p:cNvPr id="758" name="Google Shape;758;p8"/>
            <p:cNvSpPr/>
            <p:nvPr/>
          </p:nvSpPr>
          <p:spPr>
            <a:xfrm>
              <a:off x="4484787" y="4514515"/>
              <a:ext cx="34850" cy="23511"/>
            </a:xfrm>
            <a:custGeom>
              <a:rect b="b" l="l" r="r" t="t"/>
              <a:pathLst>
                <a:path extrusionOk="0" h="23511" w="34850">
                  <a:moveTo>
                    <a:pt x="34850" y="23512"/>
                  </a:moveTo>
                  <a:lnTo>
                    <a:pt x="0" y="23512"/>
                  </a:lnTo>
                  <a:lnTo>
                    <a:pt x="0" y="12161"/>
                  </a:lnTo>
                  <a:cubicBezTo>
                    <a:pt x="0" y="5675"/>
                    <a:pt x="5673" y="0"/>
                    <a:pt x="12157" y="0"/>
                  </a:cubicBezTo>
                  <a:lnTo>
                    <a:pt x="22693" y="0"/>
                  </a:lnTo>
                  <a:cubicBezTo>
                    <a:pt x="29177" y="0"/>
                    <a:pt x="34850" y="5675"/>
                    <a:pt x="34850" y="12161"/>
                  </a:cubicBezTo>
                  <a:lnTo>
                    <a:pt x="34850" y="2351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9" name="Google Shape;759;p8"/>
            <p:cNvSpPr/>
            <p:nvPr/>
          </p:nvSpPr>
          <p:spPr>
            <a:xfrm>
              <a:off x="4368890" y="4569646"/>
              <a:ext cx="178303" cy="317814"/>
            </a:xfrm>
            <a:custGeom>
              <a:rect b="b" l="l" r="r" t="t"/>
              <a:pathLst>
                <a:path extrusionOk="0" h="317814" w="178303">
                  <a:moveTo>
                    <a:pt x="162904" y="0"/>
                  </a:moveTo>
                  <a:lnTo>
                    <a:pt x="16209" y="0"/>
                  </a:lnTo>
                  <a:lnTo>
                    <a:pt x="0" y="37294"/>
                  </a:lnTo>
                  <a:lnTo>
                    <a:pt x="0" y="280520"/>
                  </a:lnTo>
                  <a:lnTo>
                    <a:pt x="14589" y="313760"/>
                  </a:lnTo>
                  <a:cubicBezTo>
                    <a:pt x="15399" y="316193"/>
                    <a:pt x="17830" y="317814"/>
                    <a:pt x="20262" y="317814"/>
                  </a:cubicBezTo>
                  <a:lnTo>
                    <a:pt x="158042" y="317814"/>
                  </a:lnTo>
                  <a:cubicBezTo>
                    <a:pt x="160473" y="317814"/>
                    <a:pt x="162904" y="316193"/>
                    <a:pt x="163715" y="313760"/>
                  </a:cubicBezTo>
                  <a:lnTo>
                    <a:pt x="178303" y="280520"/>
                  </a:lnTo>
                  <a:lnTo>
                    <a:pt x="178303" y="37294"/>
                  </a:lnTo>
                  <a:lnTo>
                    <a:pt x="162904" y="0"/>
                  </a:lnTo>
                  <a:close/>
                </a:path>
              </a:pathLst>
            </a:custGeom>
            <a:solidFill>
              <a:srgbClr val="4E48A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0" name="Google Shape;760;p8"/>
            <p:cNvSpPr/>
            <p:nvPr/>
          </p:nvSpPr>
          <p:spPr>
            <a:xfrm>
              <a:off x="4364837" y="4538838"/>
              <a:ext cx="188028" cy="30808"/>
            </a:xfrm>
            <a:custGeom>
              <a:rect b="b" l="l" r="r" t="t"/>
              <a:pathLst>
                <a:path extrusionOk="0" h="30808" w="188028">
                  <a:moveTo>
                    <a:pt x="172630" y="30809"/>
                  </a:moveTo>
                  <a:lnTo>
                    <a:pt x="15399" y="30809"/>
                  </a:lnTo>
                  <a:cubicBezTo>
                    <a:pt x="6484" y="30809"/>
                    <a:pt x="0" y="23512"/>
                    <a:pt x="0" y="15404"/>
                  </a:cubicBezTo>
                  <a:cubicBezTo>
                    <a:pt x="0" y="6486"/>
                    <a:pt x="7294" y="0"/>
                    <a:pt x="15399" y="0"/>
                  </a:cubicBezTo>
                  <a:lnTo>
                    <a:pt x="172630" y="0"/>
                  </a:lnTo>
                  <a:cubicBezTo>
                    <a:pt x="181545" y="0"/>
                    <a:pt x="188029" y="7297"/>
                    <a:pt x="188029" y="15404"/>
                  </a:cubicBezTo>
                  <a:cubicBezTo>
                    <a:pt x="188029" y="23512"/>
                    <a:pt x="180735" y="30809"/>
                    <a:pt x="172630" y="30809"/>
                  </a:cubicBezTo>
                  <a:lnTo>
                    <a:pt x="172630" y="3080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1" name="Google Shape;761;p8"/>
            <p:cNvSpPr/>
            <p:nvPr/>
          </p:nvSpPr>
          <p:spPr>
            <a:xfrm>
              <a:off x="4369700" y="4606941"/>
              <a:ext cx="178303" cy="243225"/>
            </a:xfrm>
            <a:custGeom>
              <a:rect b="b" l="l" r="r" t="t"/>
              <a:pathLst>
                <a:path extrusionOk="0" h="243225" w="178303">
                  <a:moveTo>
                    <a:pt x="0" y="0"/>
                  </a:moveTo>
                  <a:lnTo>
                    <a:pt x="178303" y="0"/>
                  </a:lnTo>
                  <a:lnTo>
                    <a:pt x="178303" y="243225"/>
                  </a:lnTo>
                  <a:lnTo>
                    <a:pt x="0" y="243225"/>
                  </a:lnTo>
                  <a:close/>
                </a:path>
              </a:pathLst>
            </a:custGeom>
            <a:solidFill>
              <a:srgbClr val="F596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2" name="Google Shape;762;p8"/>
            <p:cNvSpPr/>
            <p:nvPr/>
          </p:nvSpPr>
          <p:spPr>
            <a:xfrm>
              <a:off x="4390772" y="4660450"/>
              <a:ext cx="136158" cy="136206"/>
            </a:xfrm>
            <a:custGeom>
              <a:rect b="b" l="l" r="r" t="t"/>
              <a:pathLst>
                <a:path extrusionOk="0" h="136206" w="136158">
                  <a:moveTo>
                    <a:pt x="136159" y="68103"/>
                  </a:moveTo>
                  <a:cubicBezTo>
                    <a:pt x="136159" y="105398"/>
                    <a:pt x="105361" y="136206"/>
                    <a:pt x="68079" y="136206"/>
                  </a:cubicBezTo>
                  <a:cubicBezTo>
                    <a:pt x="30798" y="136206"/>
                    <a:pt x="0" y="105398"/>
                    <a:pt x="0" y="68103"/>
                  </a:cubicBezTo>
                  <a:cubicBezTo>
                    <a:pt x="0" y="30809"/>
                    <a:pt x="30798" y="0"/>
                    <a:pt x="68079" y="0"/>
                  </a:cubicBezTo>
                  <a:cubicBezTo>
                    <a:pt x="85910" y="0"/>
                    <a:pt x="103740" y="7297"/>
                    <a:pt x="116708" y="20269"/>
                  </a:cubicBezTo>
                  <a:cubicBezTo>
                    <a:pt x="128865" y="32430"/>
                    <a:pt x="136159" y="49456"/>
                    <a:pt x="136159" y="68103"/>
                  </a:cubicBezTo>
                  <a:lnTo>
                    <a:pt x="136159" y="68103"/>
                  </a:lnTo>
                  <a:close/>
                </a:path>
              </a:pathLst>
            </a:custGeom>
            <a:solidFill>
              <a:srgbClr val="F596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3" name="Google Shape;763;p8"/>
            <p:cNvSpPr/>
            <p:nvPr/>
          </p:nvSpPr>
          <p:spPr>
            <a:xfrm>
              <a:off x="4458852" y="4686031"/>
              <a:ext cx="34596" cy="37189"/>
            </a:xfrm>
            <a:custGeom>
              <a:rect b="b" l="l" r="r" t="t"/>
              <a:pathLst>
                <a:path extrusionOk="0" h="37189" w="34596">
                  <a:moveTo>
                    <a:pt x="30798" y="25497"/>
                  </a:moveTo>
                  <a:lnTo>
                    <a:pt x="11347" y="36036"/>
                  </a:lnTo>
                  <a:cubicBezTo>
                    <a:pt x="6484" y="39279"/>
                    <a:pt x="0" y="35225"/>
                    <a:pt x="0" y="29550"/>
                  </a:cubicBezTo>
                  <a:lnTo>
                    <a:pt x="0" y="7660"/>
                  </a:lnTo>
                  <a:cubicBezTo>
                    <a:pt x="0" y="2795"/>
                    <a:pt x="4863" y="-1258"/>
                    <a:pt x="9726" y="363"/>
                  </a:cubicBezTo>
                  <a:cubicBezTo>
                    <a:pt x="18641" y="2795"/>
                    <a:pt x="26745" y="7660"/>
                    <a:pt x="33229" y="14146"/>
                  </a:cubicBezTo>
                  <a:cubicBezTo>
                    <a:pt x="35661" y="17389"/>
                    <a:pt x="34850" y="23064"/>
                    <a:pt x="30798" y="25497"/>
                  </a:cubicBezTo>
                  <a:lnTo>
                    <a:pt x="30798" y="2549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4" name="Google Shape;764;p8"/>
            <p:cNvSpPr/>
            <p:nvPr/>
          </p:nvSpPr>
          <p:spPr>
            <a:xfrm>
              <a:off x="4423898" y="4685460"/>
              <a:ext cx="34953" cy="37760"/>
            </a:xfrm>
            <a:custGeom>
              <a:rect b="b" l="l" r="r" t="t"/>
              <a:pathLst>
                <a:path extrusionOk="0" h="37760" w="34953">
                  <a:moveTo>
                    <a:pt x="34954" y="8231"/>
                  </a:moveTo>
                  <a:lnTo>
                    <a:pt x="34954" y="30121"/>
                  </a:lnTo>
                  <a:cubicBezTo>
                    <a:pt x="34954" y="35796"/>
                    <a:pt x="28470" y="39850"/>
                    <a:pt x="23607" y="36607"/>
                  </a:cubicBezTo>
                  <a:lnTo>
                    <a:pt x="4156" y="26067"/>
                  </a:lnTo>
                  <a:cubicBezTo>
                    <a:pt x="104" y="23635"/>
                    <a:pt x="-1517" y="17960"/>
                    <a:pt x="1725" y="13906"/>
                  </a:cubicBezTo>
                  <a:cubicBezTo>
                    <a:pt x="7398" y="7420"/>
                    <a:pt x="15503" y="1745"/>
                    <a:pt x="25228" y="123"/>
                  </a:cubicBezTo>
                  <a:cubicBezTo>
                    <a:pt x="30091" y="-688"/>
                    <a:pt x="34954" y="2555"/>
                    <a:pt x="34954" y="8231"/>
                  </a:cubicBezTo>
                  <a:lnTo>
                    <a:pt x="34954" y="823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5" name="Google Shape;765;p8"/>
            <p:cNvSpPr/>
            <p:nvPr/>
          </p:nvSpPr>
          <p:spPr>
            <a:xfrm>
              <a:off x="4458041" y="4733886"/>
              <a:ext cx="35174" cy="36950"/>
            </a:xfrm>
            <a:custGeom>
              <a:rect b="b" l="l" r="r" t="t"/>
              <a:pathLst>
                <a:path extrusionOk="0" h="36950" w="35174">
                  <a:moveTo>
                    <a:pt x="33229" y="23043"/>
                  </a:moveTo>
                  <a:cubicBezTo>
                    <a:pt x="27556" y="29529"/>
                    <a:pt x="19451" y="35204"/>
                    <a:pt x="9726" y="36826"/>
                  </a:cubicBezTo>
                  <a:cubicBezTo>
                    <a:pt x="4863" y="37637"/>
                    <a:pt x="0" y="34394"/>
                    <a:pt x="0" y="29529"/>
                  </a:cubicBezTo>
                  <a:lnTo>
                    <a:pt x="0" y="7639"/>
                  </a:lnTo>
                  <a:cubicBezTo>
                    <a:pt x="0" y="1964"/>
                    <a:pt x="6484" y="-2090"/>
                    <a:pt x="11347" y="1153"/>
                  </a:cubicBezTo>
                  <a:lnTo>
                    <a:pt x="30798" y="11693"/>
                  </a:lnTo>
                  <a:cubicBezTo>
                    <a:pt x="35661" y="14125"/>
                    <a:pt x="36471" y="19800"/>
                    <a:pt x="33229" y="23043"/>
                  </a:cubicBezTo>
                  <a:lnTo>
                    <a:pt x="33229" y="2304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6" name="Google Shape;766;p8"/>
            <p:cNvSpPr/>
            <p:nvPr/>
          </p:nvSpPr>
          <p:spPr>
            <a:xfrm>
              <a:off x="4423677" y="4733509"/>
              <a:ext cx="35174" cy="37567"/>
            </a:xfrm>
            <a:custGeom>
              <a:rect b="b" l="l" r="r" t="t"/>
              <a:pathLst>
                <a:path extrusionOk="0" h="37567" w="35174">
                  <a:moveTo>
                    <a:pt x="35174" y="8017"/>
                  </a:moveTo>
                  <a:lnTo>
                    <a:pt x="35174" y="29907"/>
                  </a:lnTo>
                  <a:cubicBezTo>
                    <a:pt x="35174" y="34772"/>
                    <a:pt x="30311" y="38825"/>
                    <a:pt x="25449" y="37204"/>
                  </a:cubicBezTo>
                  <a:cubicBezTo>
                    <a:pt x="16534" y="34772"/>
                    <a:pt x="8429" y="29907"/>
                    <a:pt x="1945" y="23421"/>
                  </a:cubicBezTo>
                  <a:cubicBezTo>
                    <a:pt x="-1297" y="19367"/>
                    <a:pt x="-486" y="13692"/>
                    <a:pt x="4377" y="11260"/>
                  </a:cubicBezTo>
                  <a:lnTo>
                    <a:pt x="23828" y="720"/>
                  </a:lnTo>
                  <a:cubicBezTo>
                    <a:pt x="28691" y="-1712"/>
                    <a:pt x="35174" y="2342"/>
                    <a:pt x="35174" y="8017"/>
                  </a:cubicBezTo>
                  <a:lnTo>
                    <a:pt x="35174" y="801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7" name="Google Shape;767;p8"/>
            <p:cNvSpPr/>
            <p:nvPr/>
          </p:nvSpPr>
          <p:spPr>
            <a:xfrm>
              <a:off x="4466754" y="4710557"/>
              <a:ext cx="36673" cy="35976"/>
            </a:xfrm>
            <a:custGeom>
              <a:rect b="b" l="l" r="r" t="t"/>
              <a:pathLst>
                <a:path extrusionOk="0" h="35976" w="36673">
                  <a:moveTo>
                    <a:pt x="22896" y="35022"/>
                  </a:moveTo>
                  <a:lnTo>
                    <a:pt x="4255" y="24482"/>
                  </a:lnTo>
                  <a:cubicBezTo>
                    <a:pt x="-1418" y="21239"/>
                    <a:pt x="-1418" y="13942"/>
                    <a:pt x="4255" y="10699"/>
                  </a:cubicBezTo>
                  <a:lnTo>
                    <a:pt x="22896" y="970"/>
                  </a:lnTo>
                  <a:cubicBezTo>
                    <a:pt x="26948" y="-1462"/>
                    <a:pt x="32621" y="970"/>
                    <a:pt x="34243" y="5024"/>
                  </a:cubicBezTo>
                  <a:cubicBezTo>
                    <a:pt x="37484" y="13942"/>
                    <a:pt x="37484" y="22050"/>
                    <a:pt x="34243" y="30157"/>
                  </a:cubicBezTo>
                  <a:cubicBezTo>
                    <a:pt x="32621" y="35022"/>
                    <a:pt x="26948" y="37454"/>
                    <a:pt x="22896" y="35022"/>
                  </a:cubicBezTo>
                  <a:lnTo>
                    <a:pt x="22896" y="350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8" name="Google Shape;768;p8"/>
            <p:cNvSpPr/>
            <p:nvPr/>
          </p:nvSpPr>
          <p:spPr>
            <a:xfrm>
              <a:off x="4413465" y="4710557"/>
              <a:ext cx="36673" cy="35976"/>
            </a:xfrm>
            <a:custGeom>
              <a:rect b="b" l="l" r="r" t="t"/>
              <a:pathLst>
                <a:path extrusionOk="0" h="35976" w="36673">
                  <a:moveTo>
                    <a:pt x="13778" y="35022"/>
                  </a:moveTo>
                  <a:lnTo>
                    <a:pt x="32419" y="24482"/>
                  </a:lnTo>
                  <a:cubicBezTo>
                    <a:pt x="38092" y="21239"/>
                    <a:pt x="38092" y="13942"/>
                    <a:pt x="32419" y="10699"/>
                  </a:cubicBezTo>
                  <a:lnTo>
                    <a:pt x="13778" y="970"/>
                  </a:lnTo>
                  <a:cubicBezTo>
                    <a:pt x="9726" y="-1462"/>
                    <a:pt x="4052" y="970"/>
                    <a:pt x="2432" y="5024"/>
                  </a:cubicBezTo>
                  <a:cubicBezTo>
                    <a:pt x="-811" y="13942"/>
                    <a:pt x="-811" y="22050"/>
                    <a:pt x="2432" y="30157"/>
                  </a:cubicBezTo>
                  <a:cubicBezTo>
                    <a:pt x="4863" y="35022"/>
                    <a:pt x="9726" y="37454"/>
                    <a:pt x="13778" y="35022"/>
                  </a:cubicBezTo>
                  <a:lnTo>
                    <a:pt x="13778" y="3502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9" name="Google Shape;769;p8"/>
            <p:cNvSpPr/>
            <p:nvPr/>
          </p:nvSpPr>
          <p:spPr>
            <a:xfrm>
              <a:off x="4445074" y="4714771"/>
              <a:ext cx="27556" cy="27565"/>
            </a:xfrm>
            <a:custGeom>
              <a:rect b="b" l="l" r="r" t="t"/>
              <a:pathLst>
                <a:path extrusionOk="0" h="27565" w="27556">
                  <a:moveTo>
                    <a:pt x="27556" y="13783"/>
                  </a:moveTo>
                  <a:cubicBezTo>
                    <a:pt x="27556" y="21080"/>
                    <a:pt x="21072" y="27565"/>
                    <a:pt x="13778" y="27565"/>
                  </a:cubicBezTo>
                  <a:cubicBezTo>
                    <a:pt x="6484" y="27565"/>
                    <a:pt x="0" y="21080"/>
                    <a:pt x="0" y="13783"/>
                  </a:cubicBezTo>
                  <a:cubicBezTo>
                    <a:pt x="0" y="6486"/>
                    <a:pt x="6484" y="0"/>
                    <a:pt x="13778" y="0"/>
                  </a:cubicBezTo>
                  <a:cubicBezTo>
                    <a:pt x="21072" y="0"/>
                    <a:pt x="27556" y="5675"/>
                    <a:pt x="27556" y="13783"/>
                  </a:cubicBezTo>
                  <a:lnTo>
                    <a:pt x="27556" y="13783"/>
                  </a:lnTo>
                  <a:close/>
                </a:path>
              </a:pathLst>
            </a:custGeom>
            <a:solidFill>
              <a:srgbClr val="F596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0" name="Google Shape;770;p8"/>
            <p:cNvSpPr/>
            <p:nvPr/>
          </p:nvSpPr>
          <p:spPr>
            <a:xfrm>
              <a:off x="4358354" y="4508840"/>
              <a:ext cx="199375" cy="384295"/>
            </a:xfrm>
            <a:custGeom>
              <a:rect b="b" l="l" r="r" t="t"/>
              <a:pathLst>
                <a:path extrusionOk="0" h="384295" w="199375">
                  <a:moveTo>
                    <a:pt x="194513" y="95669"/>
                  </a:moveTo>
                  <a:lnTo>
                    <a:pt x="181545" y="65671"/>
                  </a:lnTo>
                  <a:cubicBezTo>
                    <a:pt x="192081" y="64049"/>
                    <a:pt x="199375" y="55131"/>
                    <a:pt x="199375" y="44591"/>
                  </a:cubicBezTo>
                  <a:cubicBezTo>
                    <a:pt x="199375" y="33241"/>
                    <a:pt x="189650" y="23512"/>
                    <a:pt x="178303" y="23512"/>
                  </a:cubicBezTo>
                  <a:lnTo>
                    <a:pt x="166146" y="23512"/>
                  </a:lnTo>
                  <a:lnTo>
                    <a:pt x="166146" y="17836"/>
                  </a:lnTo>
                  <a:cubicBezTo>
                    <a:pt x="166146" y="8108"/>
                    <a:pt x="158042" y="0"/>
                    <a:pt x="148316" y="0"/>
                  </a:cubicBezTo>
                  <a:lnTo>
                    <a:pt x="137780" y="0"/>
                  </a:lnTo>
                  <a:cubicBezTo>
                    <a:pt x="128054" y="0"/>
                    <a:pt x="119949" y="8108"/>
                    <a:pt x="119949" y="17836"/>
                  </a:cubicBezTo>
                  <a:lnTo>
                    <a:pt x="119949" y="23512"/>
                  </a:lnTo>
                  <a:lnTo>
                    <a:pt x="21072" y="23512"/>
                  </a:lnTo>
                  <a:cubicBezTo>
                    <a:pt x="9725" y="23512"/>
                    <a:pt x="0" y="33241"/>
                    <a:pt x="0" y="44591"/>
                  </a:cubicBezTo>
                  <a:cubicBezTo>
                    <a:pt x="0" y="55131"/>
                    <a:pt x="8105" y="64049"/>
                    <a:pt x="17830" y="65671"/>
                  </a:cubicBezTo>
                  <a:lnTo>
                    <a:pt x="4863" y="95669"/>
                  </a:lnTo>
                  <a:lnTo>
                    <a:pt x="4863" y="95669"/>
                  </a:lnTo>
                  <a:cubicBezTo>
                    <a:pt x="4863" y="96479"/>
                    <a:pt x="4052" y="97290"/>
                    <a:pt x="4052" y="98101"/>
                  </a:cubicBezTo>
                  <a:lnTo>
                    <a:pt x="4052" y="283763"/>
                  </a:lnTo>
                  <a:cubicBezTo>
                    <a:pt x="4052" y="287006"/>
                    <a:pt x="6484" y="289438"/>
                    <a:pt x="9725" y="289438"/>
                  </a:cubicBezTo>
                  <a:cubicBezTo>
                    <a:pt x="12968" y="289438"/>
                    <a:pt x="15399" y="287006"/>
                    <a:pt x="15399" y="283763"/>
                  </a:cubicBezTo>
                  <a:lnTo>
                    <a:pt x="15399" y="103776"/>
                  </a:lnTo>
                  <a:lnTo>
                    <a:pt x="182356" y="103776"/>
                  </a:lnTo>
                  <a:lnTo>
                    <a:pt x="182356" y="335651"/>
                  </a:lnTo>
                  <a:lnTo>
                    <a:pt x="15399" y="335651"/>
                  </a:lnTo>
                  <a:lnTo>
                    <a:pt x="15399" y="309707"/>
                  </a:lnTo>
                  <a:cubicBezTo>
                    <a:pt x="15399" y="306464"/>
                    <a:pt x="12968" y="304032"/>
                    <a:pt x="9725" y="304032"/>
                  </a:cubicBezTo>
                  <a:cubicBezTo>
                    <a:pt x="6484" y="304032"/>
                    <a:pt x="4052" y="306464"/>
                    <a:pt x="4052" y="309707"/>
                  </a:cubicBezTo>
                  <a:lnTo>
                    <a:pt x="4052" y="341326"/>
                  </a:lnTo>
                  <a:cubicBezTo>
                    <a:pt x="4052" y="342137"/>
                    <a:pt x="4052" y="342948"/>
                    <a:pt x="4863" y="343758"/>
                  </a:cubicBezTo>
                  <a:cubicBezTo>
                    <a:pt x="4863" y="343758"/>
                    <a:pt x="4863" y="343758"/>
                    <a:pt x="4863" y="343758"/>
                  </a:cubicBezTo>
                  <a:lnTo>
                    <a:pt x="19451" y="376999"/>
                  </a:lnTo>
                  <a:cubicBezTo>
                    <a:pt x="21072" y="381053"/>
                    <a:pt x="25935" y="384296"/>
                    <a:pt x="30798" y="384296"/>
                  </a:cubicBezTo>
                  <a:lnTo>
                    <a:pt x="168578" y="384296"/>
                  </a:lnTo>
                  <a:cubicBezTo>
                    <a:pt x="173440" y="384296"/>
                    <a:pt x="177493" y="381053"/>
                    <a:pt x="179924" y="376999"/>
                  </a:cubicBezTo>
                  <a:lnTo>
                    <a:pt x="194513" y="343758"/>
                  </a:lnTo>
                  <a:cubicBezTo>
                    <a:pt x="194513" y="343758"/>
                    <a:pt x="194513" y="343758"/>
                    <a:pt x="194513" y="343758"/>
                  </a:cubicBezTo>
                  <a:cubicBezTo>
                    <a:pt x="194513" y="342948"/>
                    <a:pt x="195323" y="342137"/>
                    <a:pt x="195323" y="341326"/>
                  </a:cubicBezTo>
                  <a:lnTo>
                    <a:pt x="195323" y="98101"/>
                  </a:lnTo>
                  <a:cubicBezTo>
                    <a:pt x="195323" y="97290"/>
                    <a:pt x="195323" y="96479"/>
                    <a:pt x="194513" y="95669"/>
                  </a:cubicBezTo>
                  <a:cubicBezTo>
                    <a:pt x="194513" y="95669"/>
                    <a:pt x="194513" y="95669"/>
                    <a:pt x="194513" y="95669"/>
                  </a:cubicBezTo>
                  <a:lnTo>
                    <a:pt x="194513" y="95669"/>
                  </a:lnTo>
                  <a:close/>
                  <a:moveTo>
                    <a:pt x="132106" y="18647"/>
                  </a:moveTo>
                  <a:cubicBezTo>
                    <a:pt x="132106" y="15404"/>
                    <a:pt x="135348" y="12161"/>
                    <a:pt x="138590" y="12161"/>
                  </a:cubicBezTo>
                  <a:lnTo>
                    <a:pt x="149126" y="12161"/>
                  </a:lnTo>
                  <a:cubicBezTo>
                    <a:pt x="152368" y="12161"/>
                    <a:pt x="155610" y="15404"/>
                    <a:pt x="155610" y="18647"/>
                  </a:cubicBezTo>
                  <a:lnTo>
                    <a:pt x="155610" y="24323"/>
                  </a:lnTo>
                  <a:lnTo>
                    <a:pt x="132106" y="24323"/>
                  </a:lnTo>
                  <a:lnTo>
                    <a:pt x="132106" y="18647"/>
                  </a:lnTo>
                  <a:close/>
                  <a:moveTo>
                    <a:pt x="12157" y="45402"/>
                  </a:moveTo>
                  <a:cubicBezTo>
                    <a:pt x="12157" y="39727"/>
                    <a:pt x="17020" y="35673"/>
                    <a:pt x="21883" y="35673"/>
                  </a:cubicBezTo>
                  <a:lnTo>
                    <a:pt x="179114" y="35673"/>
                  </a:lnTo>
                  <a:cubicBezTo>
                    <a:pt x="184787" y="35673"/>
                    <a:pt x="188839" y="40538"/>
                    <a:pt x="188839" y="45402"/>
                  </a:cubicBezTo>
                  <a:cubicBezTo>
                    <a:pt x="188839" y="51077"/>
                    <a:pt x="183976" y="55131"/>
                    <a:pt x="179114" y="55131"/>
                  </a:cubicBezTo>
                  <a:lnTo>
                    <a:pt x="21883" y="55131"/>
                  </a:lnTo>
                  <a:cubicBezTo>
                    <a:pt x="16209" y="55131"/>
                    <a:pt x="12157" y="51077"/>
                    <a:pt x="12157" y="45402"/>
                  </a:cubicBezTo>
                  <a:lnTo>
                    <a:pt x="12157" y="45402"/>
                  </a:lnTo>
                  <a:close/>
                  <a:moveTo>
                    <a:pt x="19451" y="92426"/>
                  </a:moveTo>
                  <a:lnTo>
                    <a:pt x="30798" y="66481"/>
                  </a:lnTo>
                  <a:lnTo>
                    <a:pt x="170199" y="66481"/>
                  </a:lnTo>
                  <a:lnTo>
                    <a:pt x="181545" y="92426"/>
                  </a:lnTo>
                  <a:lnTo>
                    <a:pt x="19451" y="92426"/>
                  </a:lnTo>
                  <a:close/>
                  <a:moveTo>
                    <a:pt x="170199" y="372135"/>
                  </a:moveTo>
                  <a:cubicBezTo>
                    <a:pt x="170199" y="372135"/>
                    <a:pt x="169388" y="372945"/>
                    <a:pt x="170199" y="372135"/>
                  </a:cubicBezTo>
                  <a:lnTo>
                    <a:pt x="31608" y="372945"/>
                  </a:lnTo>
                  <a:cubicBezTo>
                    <a:pt x="31608" y="372945"/>
                    <a:pt x="30798" y="372945"/>
                    <a:pt x="30798" y="372135"/>
                  </a:cubicBezTo>
                  <a:lnTo>
                    <a:pt x="19451" y="347001"/>
                  </a:lnTo>
                  <a:lnTo>
                    <a:pt x="180735" y="347001"/>
                  </a:lnTo>
                  <a:lnTo>
                    <a:pt x="170199" y="372135"/>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1" name="Google Shape;771;p8"/>
            <p:cNvSpPr/>
            <p:nvPr/>
          </p:nvSpPr>
          <p:spPr>
            <a:xfrm>
              <a:off x="4385099" y="4654775"/>
              <a:ext cx="147505" cy="147556"/>
            </a:xfrm>
            <a:custGeom>
              <a:rect b="b" l="l" r="r" t="t"/>
              <a:pathLst>
                <a:path extrusionOk="0" h="147556" w="147505">
                  <a:moveTo>
                    <a:pt x="123191" y="18647"/>
                  </a:moveTo>
                  <a:cubicBezTo>
                    <a:pt x="109413" y="6486"/>
                    <a:pt x="92393" y="0"/>
                    <a:pt x="73753" y="0"/>
                  </a:cubicBezTo>
                  <a:cubicBezTo>
                    <a:pt x="33229" y="0"/>
                    <a:pt x="0" y="33241"/>
                    <a:pt x="0" y="73778"/>
                  </a:cubicBezTo>
                  <a:cubicBezTo>
                    <a:pt x="0" y="114316"/>
                    <a:pt x="33229" y="147557"/>
                    <a:pt x="73753" y="147557"/>
                  </a:cubicBezTo>
                  <a:cubicBezTo>
                    <a:pt x="114276" y="147557"/>
                    <a:pt x="147506" y="114316"/>
                    <a:pt x="147506" y="73778"/>
                  </a:cubicBezTo>
                  <a:cubicBezTo>
                    <a:pt x="147506" y="62428"/>
                    <a:pt x="145074" y="51077"/>
                    <a:pt x="140211" y="41348"/>
                  </a:cubicBezTo>
                  <a:cubicBezTo>
                    <a:pt x="138590" y="38916"/>
                    <a:pt x="135348" y="37294"/>
                    <a:pt x="132917" y="38916"/>
                  </a:cubicBezTo>
                  <a:cubicBezTo>
                    <a:pt x="130486" y="40538"/>
                    <a:pt x="128865" y="43781"/>
                    <a:pt x="130486" y="46213"/>
                  </a:cubicBezTo>
                  <a:cubicBezTo>
                    <a:pt x="134538" y="55131"/>
                    <a:pt x="136969" y="64049"/>
                    <a:pt x="136969" y="73778"/>
                  </a:cubicBezTo>
                  <a:cubicBezTo>
                    <a:pt x="136969" y="108641"/>
                    <a:pt x="108603" y="136206"/>
                    <a:pt x="74563" y="136206"/>
                  </a:cubicBezTo>
                  <a:cubicBezTo>
                    <a:pt x="39713" y="136206"/>
                    <a:pt x="12157" y="107830"/>
                    <a:pt x="12157" y="73778"/>
                  </a:cubicBezTo>
                  <a:cubicBezTo>
                    <a:pt x="12157" y="38916"/>
                    <a:pt x="40523" y="11350"/>
                    <a:pt x="74563" y="11350"/>
                  </a:cubicBezTo>
                  <a:cubicBezTo>
                    <a:pt x="89962" y="11350"/>
                    <a:pt x="104550" y="17026"/>
                    <a:pt x="116708" y="27565"/>
                  </a:cubicBezTo>
                  <a:cubicBezTo>
                    <a:pt x="119139" y="29998"/>
                    <a:pt x="122381" y="29187"/>
                    <a:pt x="124812" y="26755"/>
                  </a:cubicBezTo>
                  <a:cubicBezTo>
                    <a:pt x="125623" y="24323"/>
                    <a:pt x="124812" y="20269"/>
                    <a:pt x="123191" y="18647"/>
                  </a:cubicBezTo>
                  <a:lnTo>
                    <a:pt x="123191" y="18647"/>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2" name="Google Shape;772;p8"/>
            <p:cNvSpPr/>
            <p:nvPr/>
          </p:nvSpPr>
          <p:spPr>
            <a:xfrm>
              <a:off x="4409413" y="4679604"/>
              <a:ext cx="98877" cy="96783"/>
            </a:xfrm>
            <a:custGeom>
              <a:rect b="b" l="l" r="r" t="t"/>
              <a:pathLst>
                <a:path extrusionOk="0" h="96783" w="98877">
                  <a:moveTo>
                    <a:pt x="96446" y="63543"/>
                  </a:moveTo>
                  <a:cubicBezTo>
                    <a:pt x="99688" y="53814"/>
                    <a:pt x="99688" y="44085"/>
                    <a:pt x="96446" y="34356"/>
                  </a:cubicBezTo>
                  <a:cubicBezTo>
                    <a:pt x="94825" y="31113"/>
                    <a:pt x="92393" y="27870"/>
                    <a:pt x="89152" y="26248"/>
                  </a:cubicBezTo>
                  <a:cubicBezTo>
                    <a:pt x="89152" y="22194"/>
                    <a:pt x="88341" y="18951"/>
                    <a:pt x="85910" y="15708"/>
                  </a:cubicBezTo>
                  <a:cubicBezTo>
                    <a:pt x="78616" y="7601"/>
                    <a:pt x="69700" y="2736"/>
                    <a:pt x="59975" y="304"/>
                  </a:cubicBezTo>
                  <a:cubicBezTo>
                    <a:pt x="55922" y="-507"/>
                    <a:pt x="52681" y="304"/>
                    <a:pt x="49439" y="2736"/>
                  </a:cubicBezTo>
                  <a:cubicBezTo>
                    <a:pt x="46197" y="304"/>
                    <a:pt x="42145" y="-507"/>
                    <a:pt x="38903" y="304"/>
                  </a:cubicBezTo>
                  <a:cubicBezTo>
                    <a:pt x="28366" y="2736"/>
                    <a:pt x="19451" y="7601"/>
                    <a:pt x="12968" y="15708"/>
                  </a:cubicBezTo>
                  <a:cubicBezTo>
                    <a:pt x="10536" y="18141"/>
                    <a:pt x="9726" y="22194"/>
                    <a:pt x="9726" y="26248"/>
                  </a:cubicBezTo>
                  <a:cubicBezTo>
                    <a:pt x="6484" y="27870"/>
                    <a:pt x="4052" y="30302"/>
                    <a:pt x="2432" y="34356"/>
                  </a:cubicBezTo>
                  <a:cubicBezTo>
                    <a:pt x="-811" y="44085"/>
                    <a:pt x="-811" y="53814"/>
                    <a:pt x="2432" y="63543"/>
                  </a:cubicBezTo>
                  <a:cubicBezTo>
                    <a:pt x="4052" y="66786"/>
                    <a:pt x="6484" y="70029"/>
                    <a:pt x="9726" y="71650"/>
                  </a:cubicBezTo>
                  <a:cubicBezTo>
                    <a:pt x="9726" y="75704"/>
                    <a:pt x="10536" y="78947"/>
                    <a:pt x="12968" y="81379"/>
                  </a:cubicBezTo>
                  <a:cubicBezTo>
                    <a:pt x="20262" y="89487"/>
                    <a:pt x="29177" y="94351"/>
                    <a:pt x="38903" y="96784"/>
                  </a:cubicBezTo>
                  <a:cubicBezTo>
                    <a:pt x="39713" y="96784"/>
                    <a:pt x="40523" y="96784"/>
                    <a:pt x="42145" y="96784"/>
                  </a:cubicBezTo>
                  <a:cubicBezTo>
                    <a:pt x="44576" y="96784"/>
                    <a:pt x="47818" y="95973"/>
                    <a:pt x="50249" y="94351"/>
                  </a:cubicBezTo>
                  <a:cubicBezTo>
                    <a:pt x="52681" y="95973"/>
                    <a:pt x="55112" y="96784"/>
                    <a:pt x="58354" y="96784"/>
                  </a:cubicBezTo>
                  <a:cubicBezTo>
                    <a:pt x="64027" y="96784"/>
                    <a:pt x="69700" y="94351"/>
                    <a:pt x="74563" y="91108"/>
                  </a:cubicBezTo>
                  <a:cubicBezTo>
                    <a:pt x="79426" y="88676"/>
                    <a:pt x="84289" y="84622"/>
                    <a:pt x="87531" y="80568"/>
                  </a:cubicBezTo>
                  <a:cubicBezTo>
                    <a:pt x="89962" y="78136"/>
                    <a:pt x="90773" y="74082"/>
                    <a:pt x="90773" y="70839"/>
                  </a:cubicBezTo>
                  <a:cubicBezTo>
                    <a:pt x="93204" y="70029"/>
                    <a:pt x="95636" y="66786"/>
                    <a:pt x="96446" y="63543"/>
                  </a:cubicBezTo>
                  <a:lnTo>
                    <a:pt x="96446" y="63543"/>
                  </a:lnTo>
                  <a:close/>
                  <a:moveTo>
                    <a:pt x="55112" y="14087"/>
                  </a:moveTo>
                  <a:cubicBezTo>
                    <a:pt x="55112" y="13276"/>
                    <a:pt x="55112" y="12465"/>
                    <a:pt x="55922" y="12465"/>
                  </a:cubicBezTo>
                  <a:cubicBezTo>
                    <a:pt x="56733" y="11655"/>
                    <a:pt x="57543" y="11655"/>
                    <a:pt x="57543" y="11655"/>
                  </a:cubicBezTo>
                  <a:cubicBezTo>
                    <a:pt x="65648" y="13276"/>
                    <a:pt x="72132" y="17330"/>
                    <a:pt x="77805" y="23816"/>
                  </a:cubicBezTo>
                  <a:cubicBezTo>
                    <a:pt x="78616" y="24626"/>
                    <a:pt x="78616" y="25437"/>
                    <a:pt x="78616" y="25437"/>
                  </a:cubicBezTo>
                  <a:cubicBezTo>
                    <a:pt x="78616" y="25437"/>
                    <a:pt x="78616" y="26248"/>
                    <a:pt x="77805" y="27059"/>
                  </a:cubicBezTo>
                  <a:lnTo>
                    <a:pt x="63217" y="35166"/>
                  </a:lnTo>
                  <a:cubicBezTo>
                    <a:pt x="60785" y="32734"/>
                    <a:pt x="58354" y="31113"/>
                    <a:pt x="55112" y="30302"/>
                  </a:cubicBezTo>
                  <a:cubicBezTo>
                    <a:pt x="55112" y="30302"/>
                    <a:pt x="55112" y="14087"/>
                    <a:pt x="55112" y="14087"/>
                  </a:cubicBezTo>
                  <a:lnTo>
                    <a:pt x="55112" y="14087"/>
                  </a:lnTo>
                  <a:close/>
                  <a:moveTo>
                    <a:pt x="20262" y="23816"/>
                  </a:moveTo>
                  <a:cubicBezTo>
                    <a:pt x="25935" y="17330"/>
                    <a:pt x="32419" y="13276"/>
                    <a:pt x="40523" y="11655"/>
                  </a:cubicBezTo>
                  <a:cubicBezTo>
                    <a:pt x="42145" y="11655"/>
                    <a:pt x="42955" y="12465"/>
                    <a:pt x="42955" y="14087"/>
                  </a:cubicBezTo>
                  <a:lnTo>
                    <a:pt x="42955" y="30302"/>
                  </a:lnTo>
                  <a:cubicBezTo>
                    <a:pt x="39713" y="31113"/>
                    <a:pt x="37282" y="32734"/>
                    <a:pt x="34850" y="35166"/>
                  </a:cubicBezTo>
                  <a:lnTo>
                    <a:pt x="20262" y="27059"/>
                  </a:lnTo>
                  <a:cubicBezTo>
                    <a:pt x="19451" y="26248"/>
                    <a:pt x="19451" y="26248"/>
                    <a:pt x="19451" y="25437"/>
                  </a:cubicBezTo>
                  <a:cubicBezTo>
                    <a:pt x="20262" y="25437"/>
                    <a:pt x="20262" y="24626"/>
                    <a:pt x="20262" y="23816"/>
                  </a:cubicBezTo>
                  <a:lnTo>
                    <a:pt x="20262" y="23816"/>
                  </a:lnTo>
                  <a:close/>
                  <a:moveTo>
                    <a:pt x="13778" y="61110"/>
                  </a:moveTo>
                  <a:cubicBezTo>
                    <a:pt x="13778" y="61110"/>
                    <a:pt x="12968" y="60300"/>
                    <a:pt x="12157" y="59489"/>
                  </a:cubicBezTo>
                  <a:cubicBezTo>
                    <a:pt x="9726" y="52192"/>
                    <a:pt x="9726" y="44895"/>
                    <a:pt x="12157" y="37599"/>
                  </a:cubicBezTo>
                  <a:cubicBezTo>
                    <a:pt x="12157" y="36788"/>
                    <a:pt x="12968" y="35977"/>
                    <a:pt x="13778" y="35977"/>
                  </a:cubicBezTo>
                  <a:cubicBezTo>
                    <a:pt x="13778" y="35977"/>
                    <a:pt x="14589" y="35977"/>
                    <a:pt x="14589" y="35977"/>
                  </a:cubicBezTo>
                  <a:cubicBezTo>
                    <a:pt x="14589" y="35977"/>
                    <a:pt x="15399" y="35977"/>
                    <a:pt x="15399" y="35977"/>
                  </a:cubicBezTo>
                  <a:lnTo>
                    <a:pt x="15399" y="35977"/>
                  </a:lnTo>
                  <a:lnTo>
                    <a:pt x="21072" y="39220"/>
                  </a:lnTo>
                  <a:lnTo>
                    <a:pt x="29987" y="44085"/>
                  </a:lnTo>
                  <a:cubicBezTo>
                    <a:pt x="29987" y="45706"/>
                    <a:pt x="29177" y="46517"/>
                    <a:pt x="29177" y="48138"/>
                  </a:cubicBezTo>
                  <a:cubicBezTo>
                    <a:pt x="29177" y="49760"/>
                    <a:pt x="29177" y="50571"/>
                    <a:pt x="29987" y="52192"/>
                  </a:cubicBezTo>
                  <a:lnTo>
                    <a:pt x="29177" y="53003"/>
                  </a:lnTo>
                  <a:lnTo>
                    <a:pt x="15399" y="60300"/>
                  </a:lnTo>
                  <a:cubicBezTo>
                    <a:pt x="14589" y="61110"/>
                    <a:pt x="13778" y="61110"/>
                    <a:pt x="13778" y="61110"/>
                  </a:cubicBezTo>
                  <a:lnTo>
                    <a:pt x="13778" y="61110"/>
                  </a:lnTo>
                  <a:close/>
                  <a:moveTo>
                    <a:pt x="43765" y="83811"/>
                  </a:moveTo>
                  <a:cubicBezTo>
                    <a:pt x="43765" y="84622"/>
                    <a:pt x="42955" y="85433"/>
                    <a:pt x="42955" y="85433"/>
                  </a:cubicBezTo>
                  <a:cubicBezTo>
                    <a:pt x="42955" y="85433"/>
                    <a:pt x="42145" y="86244"/>
                    <a:pt x="41334" y="86244"/>
                  </a:cubicBezTo>
                  <a:cubicBezTo>
                    <a:pt x="33229" y="84622"/>
                    <a:pt x="26746" y="80568"/>
                    <a:pt x="21072" y="74082"/>
                  </a:cubicBezTo>
                  <a:cubicBezTo>
                    <a:pt x="20262" y="73272"/>
                    <a:pt x="20262" y="71650"/>
                    <a:pt x="21883" y="70839"/>
                  </a:cubicBezTo>
                  <a:lnTo>
                    <a:pt x="36471" y="62732"/>
                  </a:lnTo>
                  <a:cubicBezTo>
                    <a:pt x="38903" y="65164"/>
                    <a:pt x="41334" y="66786"/>
                    <a:pt x="44576" y="67596"/>
                  </a:cubicBezTo>
                  <a:lnTo>
                    <a:pt x="44576" y="83811"/>
                  </a:lnTo>
                  <a:close/>
                  <a:moveTo>
                    <a:pt x="41334" y="48949"/>
                  </a:moveTo>
                  <a:cubicBezTo>
                    <a:pt x="41334" y="44085"/>
                    <a:pt x="45386" y="40841"/>
                    <a:pt x="49439" y="40841"/>
                  </a:cubicBezTo>
                  <a:cubicBezTo>
                    <a:pt x="53491" y="40841"/>
                    <a:pt x="57543" y="44895"/>
                    <a:pt x="57543" y="48949"/>
                  </a:cubicBezTo>
                  <a:cubicBezTo>
                    <a:pt x="57543" y="53814"/>
                    <a:pt x="53491" y="57057"/>
                    <a:pt x="49439" y="57057"/>
                  </a:cubicBezTo>
                  <a:cubicBezTo>
                    <a:pt x="45386" y="57057"/>
                    <a:pt x="41334" y="53003"/>
                    <a:pt x="41334" y="48949"/>
                  </a:cubicBezTo>
                  <a:lnTo>
                    <a:pt x="41334" y="48949"/>
                  </a:lnTo>
                  <a:close/>
                  <a:moveTo>
                    <a:pt x="77805" y="74082"/>
                  </a:moveTo>
                  <a:cubicBezTo>
                    <a:pt x="72132" y="80568"/>
                    <a:pt x="65648" y="84622"/>
                    <a:pt x="57543" y="86244"/>
                  </a:cubicBezTo>
                  <a:cubicBezTo>
                    <a:pt x="55922" y="86244"/>
                    <a:pt x="55112" y="85433"/>
                    <a:pt x="55112" y="83811"/>
                  </a:cubicBezTo>
                  <a:lnTo>
                    <a:pt x="55112" y="67596"/>
                  </a:lnTo>
                  <a:cubicBezTo>
                    <a:pt x="58354" y="66786"/>
                    <a:pt x="60785" y="65164"/>
                    <a:pt x="63217" y="62732"/>
                  </a:cubicBezTo>
                  <a:lnTo>
                    <a:pt x="64027" y="63543"/>
                  </a:lnTo>
                  <a:lnTo>
                    <a:pt x="77805" y="70839"/>
                  </a:lnTo>
                  <a:cubicBezTo>
                    <a:pt x="78616" y="70839"/>
                    <a:pt x="78616" y="72461"/>
                    <a:pt x="77805" y="74082"/>
                  </a:cubicBezTo>
                  <a:lnTo>
                    <a:pt x="77805" y="74082"/>
                  </a:lnTo>
                  <a:close/>
                  <a:moveTo>
                    <a:pt x="85910" y="59489"/>
                  </a:moveTo>
                  <a:cubicBezTo>
                    <a:pt x="85910" y="60300"/>
                    <a:pt x="85099" y="60300"/>
                    <a:pt x="84289" y="61110"/>
                  </a:cubicBezTo>
                  <a:cubicBezTo>
                    <a:pt x="84289" y="61110"/>
                    <a:pt x="83478" y="61110"/>
                    <a:pt x="82668" y="61110"/>
                  </a:cubicBezTo>
                  <a:lnTo>
                    <a:pt x="68079" y="53003"/>
                  </a:lnTo>
                  <a:cubicBezTo>
                    <a:pt x="68079" y="51381"/>
                    <a:pt x="68890" y="50571"/>
                    <a:pt x="68890" y="48949"/>
                  </a:cubicBezTo>
                  <a:cubicBezTo>
                    <a:pt x="68890" y="47328"/>
                    <a:pt x="68890" y="46517"/>
                    <a:pt x="68079" y="44895"/>
                  </a:cubicBezTo>
                  <a:lnTo>
                    <a:pt x="69700" y="44085"/>
                  </a:lnTo>
                  <a:cubicBezTo>
                    <a:pt x="69700" y="44085"/>
                    <a:pt x="82668" y="36788"/>
                    <a:pt x="82668" y="36788"/>
                  </a:cubicBezTo>
                  <a:cubicBezTo>
                    <a:pt x="84289" y="35977"/>
                    <a:pt x="85910" y="35977"/>
                    <a:pt x="85910" y="37599"/>
                  </a:cubicBezTo>
                  <a:cubicBezTo>
                    <a:pt x="88341" y="45706"/>
                    <a:pt x="89152" y="53003"/>
                    <a:pt x="85910" y="59489"/>
                  </a:cubicBezTo>
                  <a:lnTo>
                    <a:pt x="85910" y="59489"/>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73" name="Google Shape;773;p8"/>
          <p:cNvGrpSpPr/>
          <p:nvPr/>
        </p:nvGrpSpPr>
        <p:grpSpPr>
          <a:xfrm>
            <a:off x="7153419" y="1730205"/>
            <a:ext cx="334806" cy="456232"/>
            <a:chOff x="4979380" y="3240015"/>
            <a:chExt cx="281279" cy="383485"/>
          </a:xfrm>
        </p:grpSpPr>
        <p:sp>
          <p:nvSpPr>
            <p:cNvPr id="774" name="Google Shape;774;p8"/>
            <p:cNvSpPr/>
            <p:nvPr/>
          </p:nvSpPr>
          <p:spPr>
            <a:xfrm>
              <a:off x="4985490" y="3245690"/>
              <a:ext cx="269261" cy="371324"/>
            </a:xfrm>
            <a:custGeom>
              <a:rect b="b" l="l" r="r" t="t"/>
              <a:pathLst>
                <a:path extrusionOk="0" h="371324" w="269261">
                  <a:moveTo>
                    <a:pt x="267621" y="12161"/>
                  </a:moveTo>
                  <a:cubicBezTo>
                    <a:pt x="271673" y="7297"/>
                    <a:pt x="267621" y="0"/>
                    <a:pt x="261948" y="0"/>
                  </a:cubicBezTo>
                  <a:lnTo>
                    <a:pt x="7460" y="0"/>
                  </a:lnTo>
                  <a:cubicBezTo>
                    <a:pt x="977" y="0"/>
                    <a:pt x="-2265" y="7297"/>
                    <a:pt x="1787" y="12161"/>
                  </a:cubicBezTo>
                  <a:lnTo>
                    <a:pt x="112011" y="158096"/>
                  </a:lnTo>
                  <a:cubicBezTo>
                    <a:pt x="117684" y="166204"/>
                    <a:pt x="120926" y="175122"/>
                    <a:pt x="120926" y="184851"/>
                  </a:cubicBezTo>
                  <a:lnTo>
                    <a:pt x="120926" y="301599"/>
                  </a:lnTo>
                  <a:cubicBezTo>
                    <a:pt x="120926" y="325922"/>
                    <a:pt x="103906" y="347812"/>
                    <a:pt x="80403" y="352677"/>
                  </a:cubicBezTo>
                  <a:cubicBezTo>
                    <a:pt x="79592" y="352677"/>
                    <a:pt x="78782" y="352677"/>
                    <a:pt x="77971" y="353487"/>
                  </a:cubicBezTo>
                  <a:cubicBezTo>
                    <a:pt x="77971" y="353487"/>
                    <a:pt x="60141" y="355920"/>
                    <a:pt x="56089" y="371324"/>
                  </a:cubicBezTo>
                  <a:lnTo>
                    <a:pt x="214130" y="371324"/>
                  </a:lnTo>
                  <a:cubicBezTo>
                    <a:pt x="210888" y="355920"/>
                    <a:pt x="192248" y="353487"/>
                    <a:pt x="192248" y="353487"/>
                  </a:cubicBezTo>
                  <a:cubicBezTo>
                    <a:pt x="191437" y="353487"/>
                    <a:pt x="190627" y="353487"/>
                    <a:pt x="190627" y="353487"/>
                  </a:cubicBezTo>
                  <a:cubicBezTo>
                    <a:pt x="166312" y="348623"/>
                    <a:pt x="149293" y="326733"/>
                    <a:pt x="149293" y="302410"/>
                  </a:cubicBezTo>
                  <a:lnTo>
                    <a:pt x="149293" y="185662"/>
                  </a:lnTo>
                  <a:cubicBezTo>
                    <a:pt x="149293" y="175933"/>
                    <a:pt x="152534" y="166204"/>
                    <a:pt x="158208" y="158907"/>
                  </a:cubicBezTo>
                  <a:lnTo>
                    <a:pt x="267621" y="12161"/>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5" name="Google Shape;775;p8"/>
            <p:cNvSpPr/>
            <p:nvPr/>
          </p:nvSpPr>
          <p:spPr>
            <a:xfrm>
              <a:off x="4985490" y="3245690"/>
              <a:ext cx="269261" cy="371324"/>
            </a:xfrm>
            <a:custGeom>
              <a:rect b="b" l="l" r="r" t="t"/>
              <a:pathLst>
                <a:path extrusionOk="0" h="371324" w="269261">
                  <a:moveTo>
                    <a:pt x="267621" y="12161"/>
                  </a:moveTo>
                  <a:cubicBezTo>
                    <a:pt x="271673" y="7297"/>
                    <a:pt x="267621" y="0"/>
                    <a:pt x="261948" y="0"/>
                  </a:cubicBezTo>
                  <a:lnTo>
                    <a:pt x="7460" y="0"/>
                  </a:lnTo>
                  <a:cubicBezTo>
                    <a:pt x="977" y="0"/>
                    <a:pt x="-2265" y="7297"/>
                    <a:pt x="1787" y="12161"/>
                  </a:cubicBezTo>
                  <a:lnTo>
                    <a:pt x="112011" y="158096"/>
                  </a:lnTo>
                  <a:cubicBezTo>
                    <a:pt x="117684" y="166204"/>
                    <a:pt x="120926" y="175122"/>
                    <a:pt x="120926" y="184851"/>
                  </a:cubicBezTo>
                  <a:lnTo>
                    <a:pt x="120926" y="301599"/>
                  </a:lnTo>
                  <a:cubicBezTo>
                    <a:pt x="120926" y="325922"/>
                    <a:pt x="103906" y="347812"/>
                    <a:pt x="80403" y="352677"/>
                  </a:cubicBezTo>
                  <a:cubicBezTo>
                    <a:pt x="79592" y="352677"/>
                    <a:pt x="78782" y="352677"/>
                    <a:pt x="77971" y="353487"/>
                  </a:cubicBezTo>
                  <a:cubicBezTo>
                    <a:pt x="77971" y="353487"/>
                    <a:pt x="60141" y="355920"/>
                    <a:pt x="56089" y="371324"/>
                  </a:cubicBezTo>
                  <a:lnTo>
                    <a:pt x="214130" y="371324"/>
                  </a:lnTo>
                  <a:cubicBezTo>
                    <a:pt x="210888" y="355920"/>
                    <a:pt x="192248" y="353487"/>
                    <a:pt x="192248" y="353487"/>
                  </a:cubicBezTo>
                  <a:cubicBezTo>
                    <a:pt x="191437" y="353487"/>
                    <a:pt x="190627" y="353487"/>
                    <a:pt x="190627" y="353487"/>
                  </a:cubicBezTo>
                  <a:cubicBezTo>
                    <a:pt x="166312" y="348623"/>
                    <a:pt x="149293" y="326733"/>
                    <a:pt x="149293" y="302410"/>
                  </a:cubicBezTo>
                  <a:lnTo>
                    <a:pt x="149293" y="185662"/>
                  </a:lnTo>
                  <a:cubicBezTo>
                    <a:pt x="149293" y="175933"/>
                    <a:pt x="152534" y="166204"/>
                    <a:pt x="158208" y="158907"/>
                  </a:cubicBezTo>
                  <a:lnTo>
                    <a:pt x="267621" y="12161"/>
                  </a:lnTo>
                  <a:close/>
                </a:path>
              </a:pathLst>
            </a:custGeom>
            <a:solidFill>
              <a:srgbClr val="EAE0A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6" name="Google Shape;776;p8"/>
            <p:cNvSpPr/>
            <p:nvPr/>
          </p:nvSpPr>
          <p:spPr>
            <a:xfrm>
              <a:off x="4999435" y="3275459"/>
              <a:ext cx="236656" cy="143731"/>
            </a:xfrm>
            <a:custGeom>
              <a:rect b="b" l="l" r="r" t="t"/>
              <a:pathLst>
                <a:path extrusionOk="0" h="143731" w="236656">
                  <a:moveTo>
                    <a:pt x="236657" y="5093"/>
                  </a:moveTo>
                  <a:lnTo>
                    <a:pt x="143453" y="128327"/>
                  </a:lnTo>
                  <a:cubicBezTo>
                    <a:pt x="140211" y="133191"/>
                    <a:pt x="137780" y="138056"/>
                    <a:pt x="136159" y="143731"/>
                  </a:cubicBezTo>
                  <a:lnTo>
                    <a:pt x="104550" y="143731"/>
                  </a:lnTo>
                  <a:lnTo>
                    <a:pt x="104550" y="142921"/>
                  </a:lnTo>
                  <a:cubicBezTo>
                    <a:pt x="102929" y="138056"/>
                    <a:pt x="100498" y="133191"/>
                    <a:pt x="97256" y="129138"/>
                  </a:cubicBezTo>
                  <a:lnTo>
                    <a:pt x="0" y="228"/>
                  </a:lnTo>
                  <a:cubicBezTo>
                    <a:pt x="31608" y="-1393"/>
                    <a:pt x="64027" y="5903"/>
                    <a:pt x="94825" y="13200"/>
                  </a:cubicBezTo>
                  <a:cubicBezTo>
                    <a:pt x="133727" y="22118"/>
                    <a:pt x="176682" y="30226"/>
                    <a:pt x="213964" y="17254"/>
                  </a:cubicBezTo>
                  <a:cubicBezTo>
                    <a:pt x="222069" y="13200"/>
                    <a:pt x="229363" y="9957"/>
                    <a:pt x="236657" y="5093"/>
                  </a:cubicBezTo>
                  <a:lnTo>
                    <a:pt x="236657" y="5093"/>
                  </a:lnTo>
                  <a:close/>
                </a:path>
              </a:pathLst>
            </a:custGeom>
            <a:solidFill>
              <a:srgbClr val="F5D4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7" name="Google Shape;777;p8"/>
            <p:cNvSpPr/>
            <p:nvPr/>
          </p:nvSpPr>
          <p:spPr>
            <a:xfrm>
              <a:off x="5091018" y="3318623"/>
              <a:ext cx="58353" cy="58408"/>
            </a:xfrm>
            <a:custGeom>
              <a:rect b="b" l="l" r="r" t="t"/>
              <a:pathLst>
                <a:path extrusionOk="0" h="58408" w="58353">
                  <a:moveTo>
                    <a:pt x="58354" y="29221"/>
                  </a:moveTo>
                  <a:cubicBezTo>
                    <a:pt x="58354" y="45436"/>
                    <a:pt x="45386" y="58408"/>
                    <a:pt x="29177" y="58408"/>
                  </a:cubicBezTo>
                  <a:cubicBezTo>
                    <a:pt x="12968" y="58408"/>
                    <a:pt x="0" y="45436"/>
                    <a:pt x="0" y="29221"/>
                  </a:cubicBezTo>
                  <a:cubicBezTo>
                    <a:pt x="0" y="13006"/>
                    <a:pt x="12968" y="34"/>
                    <a:pt x="29177" y="34"/>
                  </a:cubicBezTo>
                  <a:cubicBezTo>
                    <a:pt x="45386" y="-777"/>
                    <a:pt x="58354" y="13006"/>
                    <a:pt x="58354" y="29221"/>
                  </a:cubicBezTo>
                  <a:lnTo>
                    <a:pt x="58354" y="29221"/>
                  </a:lnTo>
                  <a:close/>
                </a:path>
              </a:pathLst>
            </a:custGeom>
            <a:solidFill>
              <a:srgbClr val="CF121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8" name="Google Shape;778;p8"/>
            <p:cNvSpPr/>
            <p:nvPr/>
          </p:nvSpPr>
          <p:spPr>
            <a:xfrm>
              <a:off x="4979380" y="3240015"/>
              <a:ext cx="281279" cy="383485"/>
            </a:xfrm>
            <a:custGeom>
              <a:rect b="b" l="l" r="r" t="t"/>
              <a:pathLst>
                <a:path extrusionOk="0" h="383485" w="281279">
                  <a:moveTo>
                    <a:pt x="161887" y="179987"/>
                  </a:moveTo>
                  <a:cubicBezTo>
                    <a:pt x="163507" y="175122"/>
                    <a:pt x="165129" y="171068"/>
                    <a:pt x="168370" y="167015"/>
                  </a:cubicBezTo>
                  <a:lnTo>
                    <a:pt x="278594" y="21079"/>
                  </a:lnTo>
                  <a:cubicBezTo>
                    <a:pt x="281836" y="17026"/>
                    <a:pt x="281836" y="12161"/>
                    <a:pt x="280215" y="7297"/>
                  </a:cubicBezTo>
                  <a:cubicBezTo>
                    <a:pt x="277784" y="2432"/>
                    <a:pt x="273731" y="0"/>
                    <a:pt x="268058" y="0"/>
                  </a:cubicBezTo>
                  <a:lnTo>
                    <a:pt x="13571" y="0"/>
                  </a:lnTo>
                  <a:cubicBezTo>
                    <a:pt x="8708" y="0"/>
                    <a:pt x="3845" y="2432"/>
                    <a:pt x="1414" y="7297"/>
                  </a:cubicBezTo>
                  <a:cubicBezTo>
                    <a:pt x="-1018" y="12161"/>
                    <a:pt x="-207" y="17026"/>
                    <a:pt x="3035" y="21079"/>
                  </a:cubicBezTo>
                  <a:lnTo>
                    <a:pt x="113259" y="167015"/>
                  </a:lnTo>
                  <a:cubicBezTo>
                    <a:pt x="118121" y="173501"/>
                    <a:pt x="121363" y="182419"/>
                    <a:pt x="121363" y="190526"/>
                  </a:cubicBezTo>
                  <a:lnTo>
                    <a:pt x="121363" y="213227"/>
                  </a:lnTo>
                  <a:cubicBezTo>
                    <a:pt x="121363" y="216470"/>
                    <a:pt x="123795" y="218903"/>
                    <a:pt x="127036" y="218903"/>
                  </a:cubicBezTo>
                  <a:cubicBezTo>
                    <a:pt x="130278" y="218903"/>
                    <a:pt x="132710" y="216470"/>
                    <a:pt x="132710" y="213227"/>
                  </a:cubicBezTo>
                  <a:lnTo>
                    <a:pt x="132710" y="190526"/>
                  </a:lnTo>
                  <a:cubicBezTo>
                    <a:pt x="132710" y="188905"/>
                    <a:pt x="132710" y="186473"/>
                    <a:pt x="132710" y="184851"/>
                  </a:cubicBezTo>
                  <a:lnTo>
                    <a:pt x="151350" y="184851"/>
                  </a:lnTo>
                  <a:cubicBezTo>
                    <a:pt x="151350" y="186473"/>
                    <a:pt x="151350" y="188905"/>
                    <a:pt x="151350" y="190526"/>
                  </a:cubicBezTo>
                  <a:lnTo>
                    <a:pt x="151350" y="307275"/>
                  </a:lnTo>
                  <a:cubicBezTo>
                    <a:pt x="151350" y="334840"/>
                    <a:pt x="170802" y="358352"/>
                    <a:pt x="196737" y="364027"/>
                  </a:cubicBezTo>
                  <a:cubicBezTo>
                    <a:pt x="202410" y="365648"/>
                    <a:pt x="208083" y="366459"/>
                    <a:pt x="212136" y="371324"/>
                  </a:cubicBezTo>
                  <a:lnTo>
                    <a:pt x="71925" y="371324"/>
                  </a:lnTo>
                  <a:cubicBezTo>
                    <a:pt x="76787" y="365648"/>
                    <a:pt x="84892" y="364027"/>
                    <a:pt x="85702" y="364027"/>
                  </a:cubicBezTo>
                  <a:cubicBezTo>
                    <a:pt x="85702" y="364027"/>
                    <a:pt x="85702" y="364027"/>
                    <a:pt x="85702" y="364027"/>
                  </a:cubicBezTo>
                  <a:cubicBezTo>
                    <a:pt x="112448" y="358352"/>
                    <a:pt x="133520" y="334840"/>
                    <a:pt x="133520" y="307275"/>
                  </a:cubicBezTo>
                  <a:lnTo>
                    <a:pt x="133520" y="239172"/>
                  </a:lnTo>
                  <a:cubicBezTo>
                    <a:pt x="133520" y="235928"/>
                    <a:pt x="131089" y="233496"/>
                    <a:pt x="127847" y="233496"/>
                  </a:cubicBezTo>
                  <a:cubicBezTo>
                    <a:pt x="124605" y="233496"/>
                    <a:pt x="122174" y="235928"/>
                    <a:pt x="122174" y="239172"/>
                  </a:cubicBezTo>
                  <a:lnTo>
                    <a:pt x="122174" y="307275"/>
                  </a:lnTo>
                  <a:cubicBezTo>
                    <a:pt x="122174" y="320247"/>
                    <a:pt x="116500" y="333218"/>
                    <a:pt x="106775" y="342137"/>
                  </a:cubicBezTo>
                  <a:cubicBezTo>
                    <a:pt x="101912" y="346191"/>
                    <a:pt x="96239" y="350244"/>
                    <a:pt x="90565" y="351866"/>
                  </a:cubicBezTo>
                  <a:cubicBezTo>
                    <a:pt x="84082" y="354298"/>
                    <a:pt x="78408" y="354298"/>
                    <a:pt x="71925" y="357541"/>
                  </a:cubicBezTo>
                  <a:cubicBezTo>
                    <a:pt x="64630" y="361595"/>
                    <a:pt x="59768" y="368081"/>
                    <a:pt x="57336" y="376188"/>
                  </a:cubicBezTo>
                  <a:cubicBezTo>
                    <a:pt x="57336" y="377810"/>
                    <a:pt x="57336" y="379431"/>
                    <a:pt x="58146" y="381053"/>
                  </a:cubicBezTo>
                  <a:cubicBezTo>
                    <a:pt x="58957" y="382674"/>
                    <a:pt x="60578" y="383485"/>
                    <a:pt x="62199" y="383485"/>
                  </a:cubicBezTo>
                  <a:lnTo>
                    <a:pt x="220240" y="383485"/>
                  </a:lnTo>
                  <a:cubicBezTo>
                    <a:pt x="221861" y="383485"/>
                    <a:pt x="223482" y="382674"/>
                    <a:pt x="224293" y="381053"/>
                  </a:cubicBezTo>
                  <a:cubicBezTo>
                    <a:pt x="225103" y="379431"/>
                    <a:pt x="225914" y="377810"/>
                    <a:pt x="225103" y="376188"/>
                  </a:cubicBezTo>
                  <a:cubicBezTo>
                    <a:pt x="222672" y="367270"/>
                    <a:pt x="216188" y="359973"/>
                    <a:pt x="208083" y="356730"/>
                  </a:cubicBezTo>
                  <a:cubicBezTo>
                    <a:pt x="199979" y="353487"/>
                    <a:pt x="191874" y="352677"/>
                    <a:pt x="183769" y="348623"/>
                  </a:cubicBezTo>
                  <a:cubicBezTo>
                    <a:pt x="178906" y="346191"/>
                    <a:pt x="174854" y="342137"/>
                    <a:pt x="171612" y="338083"/>
                  </a:cubicBezTo>
                  <a:cubicBezTo>
                    <a:pt x="164318" y="329975"/>
                    <a:pt x="160266" y="318625"/>
                    <a:pt x="160266" y="308085"/>
                  </a:cubicBezTo>
                  <a:cubicBezTo>
                    <a:pt x="160266" y="308085"/>
                    <a:pt x="160266" y="191337"/>
                    <a:pt x="160266" y="191337"/>
                  </a:cubicBezTo>
                  <a:cubicBezTo>
                    <a:pt x="160266" y="187283"/>
                    <a:pt x="161076" y="184040"/>
                    <a:pt x="161887" y="179987"/>
                  </a:cubicBezTo>
                  <a:lnTo>
                    <a:pt x="161887" y="179987"/>
                  </a:lnTo>
                  <a:close/>
                  <a:moveTo>
                    <a:pt x="159455" y="160529"/>
                  </a:moveTo>
                  <a:cubicBezTo>
                    <a:pt x="157834" y="162961"/>
                    <a:pt x="156213" y="165393"/>
                    <a:pt x="154592" y="167825"/>
                  </a:cubicBezTo>
                  <a:cubicBezTo>
                    <a:pt x="153782" y="169447"/>
                    <a:pt x="152971" y="171879"/>
                    <a:pt x="152161" y="173501"/>
                  </a:cubicBezTo>
                  <a:lnTo>
                    <a:pt x="128657" y="173501"/>
                  </a:lnTo>
                  <a:cubicBezTo>
                    <a:pt x="127036" y="168636"/>
                    <a:pt x="124605" y="164582"/>
                    <a:pt x="121363" y="160529"/>
                  </a:cubicBezTo>
                  <a:cubicBezTo>
                    <a:pt x="121363" y="160529"/>
                    <a:pt x="30591" y="40538"/>
                    <a:pt x="30591" y="40538"/>
                  </a:cubicBezTo>
                  <a:cubicBezTo>
                    <a:pt x="57336" y="40538"/>
                    <a:pt x="84082" y="47023"/>
                    <a:pt x="110827" y="52699"/>
                  </a:cubicBezTo>
                  <a:cubicBezTo>
                    <a:pt x="132710" y="57563"/>
                    <a:pt x="154592" y="62428"/>
                    <a:pt x="176475" y="64049"/>
                  </a:cubicBezTo>
                  <a:cubicBezTo>
                    <a:pt x="179717" y="64049"/>
                    <a:pt x="182148" y="61617"/>
                    <a:pt x="182148" y="59185"/>
                  </a:cubicBezTo>
                  <a:cubicBezTo>
                    <a:pt x="182148" y="55942"/>
                    <a:pt x="179717" y="53509"/>
                    <a:pt x="177286" y="53509"/>
                  </a:cubicBezTo>
                  <a:cubicBezTo>
                    <a:pt x="155403" y="51888"/>
                    <a:pt x="134331" y="47834"/>
                    <a:pt x="113259" y="42970"/>
                  </a:cubicBezTo>
                  <a:cubicBezTo>
                    <a:pt x="83271" y="36484"/>
                    <a:pt x="53284" y="29187"/>
                    <a:pt x="22486" y="29998"/>
                  </a:cubicBezTo>
                  <a:lnTo>
                    <a:pt x="11139" y="15404"/>
                  </a:lnTo>
                  <a:cubicBezTo>
                    <a:pt x="10329" y="14593"/>
                    <a:pt x="11139" y="13783"/>
                    <a:pt x="11139" y="12972"/>
                  </a:cubicBezTo>
                  <a:cubicBezTo>
                    <a:pt x="11139" y="12972"/>
                    <a:pt x="11950" y="12161"/>
                    <a:pt x="12760" y="12161"/>
                  </a:cubicBezTo>
                  <a:lnTo>
                    <a:pt x="267248" y="12161"/>
                  </a:lnTo>
                  <a:cubicBezTo>
                    <a:pt x="268058" y="12161"/>
                    <a:pt x="268869" y="12972"/>
                    <a:pt x="268869" y="12972"/>
                  </a:cubicBezTo>
                  <a:cubicBezTo>
                    <a:pt x="268869" y="12972"/>
                    <a:pt x="269679" y="13783"/>
                    <a:pt x="268869" y="15404"/>
                  </a:cubicBezTo>
                  <a:lnTo>
                    <a:pt x="252659" y="37294"/>
                  </a:lnTo>
                  <a:cubicBezTo>
                    <a:pt x="246175" y="41348"/>
                    <a:pt x="238881" y="44591"/>
                    <a:pt x="231587" y="47834"/>
                  </a:cubicBezTo>
                  <a:cubicBezTo>
                    <a:pt x="222672" y="51077"/>
                    <a:pt x="212946" y="52699"/>
                    <a:pt x="202410" y="53509"/>
                  </a:cubicBezTo>
                  <a:cubicBezTo>
                    <a:pt x="199168" y="53509"/>
                    <a:pt x="196737" y="56753"/>
                    <a:pt x="197547" y="59185"/>
                  </a:cubicBezTo>
                  <a:cubicBezTo>
                    <a:pt x="197547" y="62428"/>
                    <a:pt x="200789" y="64860"/>
                    <a:pt x="203220" y="64049"/>
                  </a:cubicBezTo>
                  <a:cubicBezTo>
                    <a:pt x="214567" y="63238"/>
                    <a:pt x="225103" y="60806"/>
                    <a:pt x="235639" y="57563"/>
                  </a:cubicBezTo>
                  <a:cubicBezTo>
                    <a:pt x="236450" y="57563"/>
                    <a:pt x="237260" y="56753"/>
                    <a:pt x="237260" y="56753"/>
                  </a:cubicBezTo>
                  <a:lnTo>
                    <a:pt x="159455" y="160529"/>
                  </a:lnTo>
                  <a:lnTo>
                    <a:pt x="159455" y="160529"/>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9" name="Google Shape;779;p8"/>
            <p:cNvSpPr/>
            <p:nvPr/>
          </p:nvSpPr>
          <p:spPr>
            <a:xfrm>
              <a:off x="5084534" y="3312172"/>
              <a:ext cx="69729" cy="69724"/>
            </a:xfrm>
            <a:custGeom>
              <a:rect b="b" l="l" r="r" t="t"/>
              <a:pathLst>
                <a:path extrusionOk="0" h="69724" w="69729">
                  <a:moveTo>
                    <a:pt x="34850" y="0"/>
                  </a:moveTo>
                  <a:cubicBezTo>
                    <a:pt x="15399" y="0"/>
                    <a:pt x="0" y="15404"/>
                    <a:pt x="0" y="34862"/>
                  </a:cubicBezTo>
                  <a:cubicBezTo>
                    <a:pt x="0" y="54320"/>
                    <a:pt x="15399" y="69725"/>
                    <a:pt x="34850" y="69725"/>
                  </a:cubicBezTo>
                  <a:cubicBezTo>
                    <a:pt x="54301" y="69725"/>
                    <a:pt x="69700" y="54320"/>
                    <a:pt x="69700" y="34862"/>
                  </a:cubicBezTo>
                  <a:cubicBezTo>
                    <a:pt x="70511" y="16215"/>
                    <a:pt x="54301" y="0"/>
                    <a:pt x="34850" y="0"/>
                  </a:cubicBezTo>
                  <a:lnTo>
                    <a:pt x="34850" y="0"/>
                  </a:lnTo>
                  <a:close/>
                  <a:moveTo>
                    <a:pt x="34850" y="59185"/>
                  </a:moveTo>
                  <a:cubicBezTo>
                    <a:pt x="21883" y="59185"/>
                    <a:pt x="10536" y="48645"/>
                    <a:pt x="10536" y="34862"/>
                  </a:cubicBezTo>
                  <a:cubicBezTo>
                    <a:pt x="10536" y="21890"/>
                    <a:pt x="21072" y="10540"/>
                    <a:pt x="34850" y="10540"/>
                  </a:cubicBezTo>
                  <a:cubicBezTo>
                    <a:pt x="47818" y="10540"/>
                    <a:pt x="59164" y="21080"/>
                    <a:pt x="59164" y="34862"/>
                  </a:cubicBezTo>
                  <a:cubicBezTo>
                    <a:pt x="59164" y="48645"/>
                    <a:pt x="48628" y="59185"/>
                    <a:pt x="34850" y="59185"/>
                  </a:cubicBezTo>
                  <a:lnTo>
                    <a:pt x="34850" y="59185"/>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0" name="Google Shape;780;p8"/>
            <p:cNvSpPr/>
            <p:nvPr/>
          </p:nvSpPr>
          <p:spPr>
            <a:xfrm>
              <a:off x="5113711" y="3343791"/>
              <a:ext cx="21588" cy="21890"/>
            </a:xfrm>
            <a:custGeom>
              <a:rect b="b" l="l" r="r" t="t"/>
              <a:pathLst>
                <a:path extrusionOk="0" h="21890" w="21588">
                  <a:moveTo>
                    <a:pt x="17020" y="0"/>
                  </a:moveTo>
                  <a:cubicBezTo>
                    <a:pt x="13778" y="0"/>
                    <a:pt x="11347" y="1622"/>
                    <a:pt x="10536" y="4865"/>
                  </a:cubicBezTo>
                  <a:cubicBezTo>
                    <a:pt x="10536" y="7297"/>
                    <a:pt x="8105" y="9729"/>
                    <a:pt x="4863" y="10540"/>
                  </a:cubicBezTo>
                  <a:cubicBezTo>
                    <a:pt x="1621" y="11350"/>
                    <a:pt x="0" y="13783"/>
                    <a:pt x="0" y="17026"/>
                  </a:cubicBezTo>
                  <a:cubicBezTo>
                    <a:pt x="811" y="19458"/>
                    <a:pt x="2432" y="21890"/>
                    <a:pt x="5673" y="21890"/>
                  </a:cubicBezTo>
                  <a:cubicBezTo>
                    <a:pt x="5673" y="21890"/>
                    <a:pt x="6484" y="21890"/>
                    <a:pt x="6484" y="21890"/>
                  </a:cubicBezTo>
                  <a:cubicBezTo>
                    <a:pt x="14589" y="21080"/>
                    <a:pt x="20262" y="14593"/>
                    <a:pt x="21072" y="6486"/>
                  </a:cubicBezTo>
                  <a:cubicBezTo>
                    <a:pt x="22693" y="2432"/>
                    <a:pt x="20262" y="0"/>
                    <a:pt x="17020" y="0"/>
                  </a:cubicBezTo>
                  <a:lnTo>
                    <a:pt x="17020" y="0"/>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81" name="Google Shape;781;p8"/>
          <p:cNvGrpSpPr/>
          <p:nvPr/>
        </p:nvGrpSpPr>
        <p:grpSpPr>
          <a:xfrm>
            <a:off x="1606052" y="1730512"/>
            <a:ext cx="434144" cy="455632"/>
            <a:chOff x="4276671" y="2051147"/>
            <a:chExt cx="364735" cy="382981"/>
          </a:xfrm>
        </p:grpSpPr>
        <p:sp>
          <p:nvSpPr>
            <p:cNvPr id="782" name="Google Shape;782;p8"/>
            <p:cNvSpPr/>
            <p:nvPr/>
          </p:nvSpPr>
          <p:spPr>
            <a:xfrm>
              <a:off x="4502805" y="2057096"/>
              <a:ext cx="131950" cy="106078"/>
            </a:xfrm>
            <a:custGeom>
              <a:rect b="b" l="l" r="r" t="t"/>
              <a:pathLst>
                <a:path extrusionOk="0" h="106078" w="131950">
                  <a:moveTo>
                    <a:pt x="36283" y="97323"/>
                  </a:moveTo>
                  <a:cubicBezTo>
                    <a:pt x="2243" y="78676"/>
                    <a:pt x="-9914" y="35706"/>
                    <a:pt x="8727" y="2465"/>
                  </a:cubicBezTo>
                  <a:cubicBezTo>
                    <a:pt x="9537" y="33"/>
                    <a:pt x="12779" y="-778"/>
                    <a:pt x="14400" y="844"/>
                  </a:cubicBezTo>
                  <a:lnTo>
                    <a:pt x="129487" y="64893"/>
                  </a:lnTo>
                  <a:cubicBezTo>
                    <a:pt x="131918" y="65704"/>
                    <a:pt x="132728" y="68947"/>
                    <a:pt x="131108" y="70568"/>
                  </a:cubicBezTo>
                  <a:cubicBezTo>
                    <a:pt x="112467" y="103809"/>
                    <a:pt x="70323" y="115970"/>
                    <a:pt x="36283" y="97323"/>
                  </a:cubicBezTo>
                  <a:lnTo>
                    <a:pt x="36283" y="97323"/>
                  </a:lnTo>
                  <a:close/>
                </a:path>
              </a:pathLst>
            </a:custGeom>
            <a:solidFill>
              <a:srgbClr val="48AB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3" name="Google Shape;783;p8"/>
            <p:cNvSpPr/>
            <p:nvPr/>
          </p:nvSpPr>
          <p:spPr>
            <a:xfrm>
              <a:off x="4524038" y="2065237"/>
              <a:ext cx="95286" cy="77032"/>
            </a:xfrm>
            <a:custGeom>
              <a:rect b="b" l="l" r="r" t="t"/>
              <a:pathLst>
                <a:path extrusionOk="0" h="77032" w="95286">
                  <a:moveTo>
                    <a:pt x="25586" y="70535"/>
                  </a:moveTo>
                  <a:cubicBezTo>
                    <a:pt x="1272" y="56753"/>
                    <a:pt x="-6833" y="26755"/>
                    <a:pt x="6135" y="2432"/>
                  </a:cubicBezTo>
                  <a:lnTo>
                    <a:pt x="7756" y="0"/>
                  </a:lnTo>
                  <a:lnTo>
                    <a:pt x="95286" y="48645"/>
                  </a:lnTo>
                  <a:lnTo>
                    <a:pt x="93665" y="51077"/>
                  </a:lnTo>
                  <a:cubicBezTo>
                    <a:pt x="79887" y="75400"/>
                    <a:pt x="49900" y="84318"/>
                    <a:pt x="25586" y="70535"/>
                  </a:cubicBezTo>
                  <a:lnTo>
                    <a:pt x="25586" y="70535"/>
                  </a:lnTo>
                  <a:close/>
                </a:path>
              </a:pathLst>
            </a:custGeom>
            <a:solidFill>
              <a:srgbClr val="F5D4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4" name="Google Shape;784;p8"/>
            <p:cNvSpPr/>
            <p:nvPr/>
          </p:nvSpPr>
          <p:spPr>
            <a:xfrm>
              <a:off x="4282701" y="2113882"/>
              <a:ext cx="263991" cy="315382"/>
            </a:xfrm>
            <a:custGeom>
              <a:rect b="b" l="l" r="r" t="t"/>
              <a:pathLst>
                <a:path extrusionOk="0" h="315382" w="263991">
                  <a:moveTo>
                    <a:pt x="252334" y="0"/>
                  </a:moveTo>
                  <a:lnTo>
                    <a:pt x="11625" y="0"/>
                  </a:lnTo>
                  <a:cubicBezTo>
                    <a:pt x="4331" y="0"/>
                    <a:pt x="-1342" y="6486"/>
                    <a:pt x="278" y="13783"/>
                  </a:cubicBezTo>
                  <a:lnTo>
                    <a:pt x="31076" y="163772"/>
                  </a:lnTo>
                  <a:cubicBezTo>
                    <a:pt x="37560" y="195391"/>
                    <a:pt x="40802" y="228632"/>
                    <a:pt x="40802" y="261062"/>
                  </a:cubicBezTo>
                  <a:lnTo>
                    <a:pt x="40802" y="297546"/>
                  </a:lnTo>
                  <a:cubicBezTo>
                    <a:pt x="40802" y="307275"/>
                    <a:pt x="48907" y="315382"/>
                    <a:pt x="58632" y="315382"/>
                  </a:cubicBezTo>
                  <a:lnTo>
                    <a:pt x="205327" y="315382"/>
                  </a:lnTo>
                  <a:cubicBezTo>
                    <a:pt x="215053" y="315382"/>
                    <a:pt x="223157" y="307275"/>
                    <a:pt x="223157" y="297546"/>
                  </a:cubicBezTo>
                  <a:lnTo>
                    <a:pt x="223157" y="261062"/>
                  </a:lnTo>
                  <a:cubicBezTo>
                    <a:pt x="223157" y="228632"/>
                    <a:pt x="226399" y="196202"/>
                    <a:pt x="232883" y="163772"/>
                  </a:cubicBezTo>
                  <a:lnTo>
                    <a:pt x="263681" y="13783"/>
                  </a:lnTo>
                  <a:cubicBezTo>
                    <a:pt x="265302" y="6486"/>
                    <a:pt x="260439" y="0"/>
                    <a:pt x="252334" y="0"/>
                  </a:cubicBezTo>
                  <a:lnTo>
                    <a:pt x="252334" y="0"/>
                  </a:lnTo>
                  <a:close/>
                </a:path>
              </a:pathLst>
            </a:custGeom>
            <a:solidFill>
              <a:srgbClr val="EAE0A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5" name="Google Shape;785;p8"/>
            <p:cNvSpPr/>
            <p:nvPr/>
          </p:nvSpPr>
          <p:spPr>
            <a:xfrm>
              <a:off x="4329021" y="2196578"/>
              <a:ext cx="170380" cy="166203"/>
            </a:xfrm>
            <a:custGeom>
              <a:rect b="b" l="l" r="r" t="t"/>
              <a:pathLst>
                <a:path extrusionOk="0" h="166203" w="170380">
                  <a:moveTo>
                    <a:pt x="164680" y="0"/>
                  </a:moveTo>
                  <a:cubicBezTo>
                    <a:pt x="136314" y="0"/>
                    <a:pt x="35005" y="0"/>
                    <a:pt x="5829" y="0"/>
                  </a:cubicBezTo>
                  <a:cubicBezTo>
                    <a:pt x="1776" y="0"/>
                    <a:pt x="-655" y="3243"/>
                    <a:pt x="155" y="7297"/>
                  </a:cubicBezTo>
                  <a:cubicBezTo>
                    <a:pt x="6639" y="34052"/>
                    <a:pt x="18796" y="87561"/>
                    <a:pt x="21228" y="132963"/>
                  </a:cubicBezTo>
                  <a:cubicBezTo>
                    <a:pt x="21228" y="141071"/>
                    <a:pt x="21228" y="149178"/>
                    <a:pt x="21228" y="157286"/>
                  </a:cubicBezTo>
                  <a:cubicBezTo>
                    <a:pt x="21228" y="162150"/>
                    <a:pt x="25280" y="166204"/>
                    <a:pt x="30143" y="166204"/>
                  </a:cubicBezTo>
                  <a:lnTo>
                    <a:pt x="139556" y="166204"/>
                  </a:lnTo>
                  <a:cubicBezTo>
                    <a:pt x="144419" y="166204"/>
                    <a:pt x="148471" y="162150"/>
                    <a:pt x="148471" y="157286"/>
                  </a:cubicBezTo>
                  <a:cubicBezTo>
                    <a:pt x="148471" y="149178"/>
                    <a:pt x="148471" y="141071"/>
                    <a:pt x="148471" y="132963"/>
                  </a:cubicBezTo>
                  <a:cubicBezTo>
                    <a:pt x="150903" y="87561"/>
                    <a:pt x="163060" y="34052"/>
                    <a:pt x="169543" y="7297"/>
                  </a:cubicBezTo>
                  <a:cubicBezTo>
                    <a:pt x="171975" y="3243"/>
                    <a:pt x="168733" y="0"/>
                    <a:pt x="164680" y="0"/>
                  </a:cubicBezTo>
                  <a:lnTo>
                    <a:pt x="164680" y="0"/>
                  </a:lnTo>
                  <a:close/>
                </a:path>
              </a:pathLst>
            </a:custGeom>
            <a:solidFill>
              <a:srgbClr val="74564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6" name="Google Shape;786;p8"/>
            <p:cNvSpPr/>
            <p:nvPr/>
          </p:nvSpPr>
          <p:spPr>
            <a:xfrm>
              <a:off x="4323503" y="2388726"/>
              <a:ext cx="182355" cy="40537"/>
            </a:xfrm>
            <a:custGeom>
              <a:rect b="b" l="l" r="r" t="t"/>
              <a:pathLst>
                <a:path extrusionOk="0" h="40537" w="182355">
                  <a:moveTo>
                    <a:pt x="182356" y="0"/>
                  </a:moveTo>
                  <a:lnTo>
                    <a:pt x="182356" y="22701"/>
                  </a:lnTo>
                  <a:cubicBezTo>
                    <a:pt x="182356" y="32430"/>
                    <a:pt x="174251" y="40538"/>
                    <a:pt x="164525" y="40538"/>
                  </a:cubicBezTo>
                  <a:lnTo>
                    <a:pt x="17830" y="40538"/>
                  </a:lnTo>
                  <a:cubicBezTo>
                    <a:pt x="8105" y="40538"/>
                    <a:pt x="0" y="32430"/>
                    <a:pt x="0" y="22701"/>
                  </a:cubicBezTo>
                  <a:lnTo>
                    <a:pt x="0" y="0"/>
                  </a:lnTo>
                  <a:lnTo>
                    <a:pt x="182356" y="0"/>
                  </a:lnTo>
                  <a:close/>
                </a:path>
              </a:pathLst>
            </a:custGeom>
            <a:solidFill>
              <a:srgbClr val="EAE0A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7" name="Google Shape;787;p8"/>
            <p:cNvSpPr/>
            <p:nvPr/>
          </p:nvSpPr>
          <p:spPr>
            <a:xfrm>
              <a:off x="4378413" y="2251507"/>
              <a:ext cx="78210" cy="78237"/>
            </a:xfrm>
            <a:custGeom>
              <a:rect b="b" l="l" r="r" t="t"/>
              <a:pathLst>
                <a:path extrusionOk="0" h="78237" w="78210">
                  <a:moveTo>
                    <a:pt x="76387" y="43983"/>
                  </a:moveTo>
                  <a:lnTo>
                    <a:pt x="43968" y="76413"/>
                  </a:lnTo>
                  <a:cubicBezTo>
                    <a:pt x="41537" y="78846"/>
                    <a:pt x="36674" y="78846"/>
                    <a:pt x="34242" y="76413"/>
                  </a:cubicBezTo>
                  <a:lnTo>
                    <a:pt x="1823" y="43983"/>
                  </a:lnTo>
                  <a:cubicBezTo>
                    <a:pt x="-608" y="41551"/>
                    <a:pt x="-608" y="36687"/>
                    <a:pt x="1823" y="34254"/>
                  </a:cubicBezTo>
                  <a:lnTo>
                    <a:pt x="34242" y="1824"/>
                  </a:lnTo>
                  <a:cubicBezTo>
                    <a:pt x="36674" y="-608"/>
                    <a:pt x="41537" y="-608"/>
                    <a:pt x="43968" y="1824"/>
                  </a:cubicBezTo>
                  <a:lnTo>
                    <a:pt x="76387" y="34254"/>
                  </a:lnTo>
                  <a:cubicBezTo>
                    <a:pt x="78818" y="36687"/>
                    <a:pt x="78818" y="40740"/>
                    <a:pt x="76387" y="43983"/>
                  </a:cubicBezTo>
                  <a:lnTo>
                    <a:pt x="76387" y="4398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8" name="Google Shape;788;p8"/>
            <p:cNvSpPr/>
            <p:nvPr/>
          </p:nvSpPr>
          <p:spPr>
            <a:xfrm>
              <a:off x="4360582" y="2152595"/>
              <a:ext cx="78818" cy="78237"/>
            </a:xfrm>
            <a:custGeom>
              <a:rect b="b" l="l" r="r" t="t"/>
              <a:pathLst>
                <a:path extrusionOk="0" h="78237" w="78818">
                  <a:moveTo>
                    <a:pt x="76387" y="43983"/>
                  </a:moveTo>
                  <a:lnTo>
                    <a:pt x="43968" y="76413"/>
                  </a:lnTo>
                  <a:cubicBezTo>
                    <a:pt x="41537" y="78846"/>
                    <a:pt x="36674" y="78846"/>
                    <a:pt x="34242" y="76413"/>
                  </a:cubicBezTo>
                  <a:lnTo>
                    <a:pt x="1824" y="43983"/>
                  </a:lnTo>
                  <a:cubicBezTo>
                    <a:pt x="-608" y="41551"/>
                    <a:pt x="-608" y="36687"/>
                    <a:pt x="1824" y="34254"/>
                  </a:cubicBezTo>
                  <a:lnTo>
                    <a:pt x="34242" y="1824"/>
                  </a:lnTo>
                  <a:cubicBezTo>
                    <a:pt x="36674" y="-608"/>
                    <a:pt x="41537" y="-608"/>
                    <a:pt x="43968" y="1824"/>
                  </a:cubicBezTo>
                  <a:lnTo>
                    <a:pt x="76387" y="34254"/>
                  </a:lnTo>
                  <a:cubicBezTo>
                    <a:pt x="79629" y="36687"/>
                    <a:pt x="79629" y="40740"/>
                    <a:pt x="76387" y="43983"/>
                  </a:cubicBezTo>
                  <a:lnTo>
                    <a:pt x="76387" y="4398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9" name="Google Shape;789;p8"/>
            <p:cNvSpPr/>
            <p:nvPr/>
          </p:nvSpPr>
          <p:spPr>
            <a:xfrm>
              <a:off x="4372131" y="2245223"/>
              <a:ext cx="90772" cy="90804"/>
            </a:xfrm>
            <a:custGeom>
              <a:rect b="b" l="l" r="r" t="t"/>
              <a:pathLst>
                <a:path extrusionOk="0" h="90804" w="90772">
                  <a:moveTo>
                    <a:pt x="54302" y="4054"/>
                  </a:moveTo>
                  <a:cubicBezTo>
                    <a:pt x="51870" y="1621"/>
                    <a:pt x="48628" y="0"/>
                    <a:pt x="45386" y="0"/>
                  </a:cubicBezTo>
                  <a:cubicBezTo>
                    <a:pt x="42145" y="0"/>
                    <a:pt x="38903" y="1621"/>
                    <a:pt x="36471" y="4054"/>
                  </a:cubicBezTo>
                  <a:lnTo>
                    <a:pt x="4052" y="36484"/>
                  </a:lnTo>
                  <a:cubicBezTo>
                    <a:pt x="1621" y="38916"/>
                    <a:pt x="0" y="42159"/>
                    <a:pt x="0" y="45402"/>
                  </a:cubicBezTo>
                  <a:cubicBezTo>
                    <a:pt x="0" y="48645"/>
                    <a:pt x="1621" y="51888"/>
                    <a:pt x="4052" y="54320"/>
                  </a:cubicBezTo>
                  <a:lnTo>
                    <a:pt x="36471" y="86750"/>
                  </a:lnTo>
                  <a:cubicBezTo>
                    <a:pt x="38903" y="89183"/>
                    <a:pt x="42145" y="90804"/>
                    <a:pt x="45386" y="90804"/>
                  </a:cubicBezTo>
                  <a:cubicBezTo>
                    <a:pt x="48628" y="90804"/>
                    <a:pt x="51870" y="89183"/>
                    <a:pt x="54302" y="86750"/>
                  </a:cubicBezTo>
                  <a:lnTo>
                    <a:pt x="86720" y="54320"/>
                  </a:lnTo>
                  <a:cubicBezTo>
                    <a:pt x="89152" y="51888"/>
                    <a:pt x="90773" y="48645"/>
                    <a:pt x="90773" y="45402"/>
                  </a:cubicBezTo>
                  <a:cubicBezTo>
                    <a:pt x="90773" y="42159"/>
                    <a:pt x="89152" y="38916"/>
                    <a:pt x="86720" y="36484"/>
                  </a:cubicBezTo>
                  <a:lnTo>
                    <a:pt x="54302" y="4054"/>
                  </a:lnTo>
                  <a:close/>
                  <a:moveTo>
                    <a:pt x="78616" y="46213"/>
                  </a:moveTo>
                  <a:lnTo>
                    <a:pt x="46197" y="78643"/>
                  </a:lnTo>
                  <a:cubicBezTo>
                    <a:pt x="45386" y="79454"/>
                    <a:pt x="44576" y="79454"/>
                    <a:pt x="43766" y="78643"/>
                  </a:cubicBezTo>
                  <a:lnTo>
                    <a:pt x="11347" y="46213"/>
                  </a:lnTo>
                  <a:cubicBezTo>
                    <a:pt x="11347" y="46213"/>
                    <a:pt x="10536" y="45402"/>
                    <a:pt x="10536" y="45402"/>
                  </a:cubicBezTo>
                  <a:cubicBezTo>
                    <a:pt x="10536" y="45402"/>
                    <a:pt x="10536" y="44591"/>
                    <a:pt x="11347" y="44591"/>
                  </a:cubicBezTo>
                  <a:lnTo>
                    <a:pt x="43766" y="12161"/>
                  </a:lnTo>
                  <a:cubicBezTo>
                    <a:pt x="43766" y="12161"/>
                    <a:pt x="44576" y="11350"/>
                    <a:pt x="44576" y="11350"/>
                  </a:cubicBezTo>
                  <a:cubicBezTo>
                    <a:pt x="44576" y="11350"/>
                    <a:pt x="45386" y="11350"/>
                    <a:pt x="45386" y="12161"/>
                  </a:cubicBezTo>
                  <a:lnTo>
                    <a:pt x="77805" y="44591"/>
                  </a:lnTo>
                  <a:cubicBezTo>
                    <a:pt x="77805" y="44591"/>
                    <a:pt x="78616" y="45402"/>
                    <a:pt x="78616" y="45402"/>
                  </a:cubicBezTo>
                  <a:cubicBezTo>
                    <a:pt x="78616" y="45402"/>
                    <a:pt x="78616" y="46213"/>
                    <a:pt x="78616" y="46213"/>
                  </a:cubicBezTo>
                  <a:lnTo>
                    <a:pt x="78616" y="46213"/>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90" name="Google Shape;790;p8"/>
            <p:cNvGrpSpPr/>
            <p:nvPr/>
          </p:nvGrpSpPr>
          <p:grpSpPr>
            <a:xfrm>
              <a:off x="4276671" y="2051147"/>
              <a:ext cx="364735" cy="382981"/>
              <a:chOff x="4276671" y="2051147"/>
              <a:chExt cx="364735" cy="382981"/>
            </a:xfrm>
          </p:grpSpPr>
          <p:sp>
            <p:nvSpPr>
              <p:cNvPr id="791" name="Google Shape;791;p8"/>
              <p:cNvSpPr/>
              <p:nvPr/>
            </p:nvSpPr>
            <p:spPr>
              <a:xfrm>
                <a:off x="4322389" y="2146312"/>
                <a:ext cx="182963" cy="221335"/>
              </a:xfrm>
              <a:custGeom>
                <a:rect b="b" l="l" r="r" t="t"/>
                <a:pathLst>
                  <a:path extrusionOk="0" h="221335" w="182963">
                    <a:moveTo>
                      <a:pt x="182660" y="58374"/>
                    </a:moveTo>
                    <a:cubicBezTo>
                      <a:pt x="183470" y="55131"/>
                      <a:pt x="182660" y="51077"/>
                      <a:pt x="180228" y="48645"/>
                    </a:cubicBezTo>
                    <a:cubicBezTo>
                      <a:pt x="177797" y="46213"/>
                      <a:pt x="174555" y="44591"/>
                      <a:pt x="171313" y="44591"/>
                    </a:cubicBezTo>
                    <a:lnTo>
                      <a:pt x="121874" y="44591"/>
                    </a:lnTo>
                    <a:cubicBezTo>
                      <a:pt x="121874" y="41348"/>
                      <a:pt x="120253" y="38916"/>
                      <a:pt x="117822" y="36484"/>
                    </a:cubicBezTo>
                    <a:lnTo>
                      <a:pt x="85403" y="4054"/>
                    </a:lnTo>
                    <a:cubicBezTo>
                      <a:pt x="82972" y="1621"/>
                      <a:pt x="79730" y="0"/>
                      <a:pt x="76488" y="0"/>
                    </a:cubicBezTo>
                    <a:cubicBezTo>
                      <a:pt x="73246" y="0"/>
                      <a:pt x="70004" y="1621"/>
                      <a:pt x="67573" y="4054"/>
                    </a:cubicBezTo>
                    <a:lnTo>
                      <a:pt x="35154" y="36484"/>
                    </a:lnTo>
                    <a:cubicBezTo>
                      <a:pt x="32723" y="38916"/>
                      <a:pt x="31912" y="41348"/>
                      <a:pt x="31102" y="44591"/>
                    </a:cubicBezTo>
                    <a:lnTo>
                      <a:pt x="11650" y="44591"/>
                    </a:lnTo>
                    <a:cubicBezTo>
                      <a:pt x="8409" y="44591"/>
                      <a:pt x="5167" y="46213"/>
                      <a:pt x="2735" y="48645"/>
                    </a:cubicBezTo>
                    <a:cubicBezTo>
                      <a:pt x="304" y="51077"/>
                      <a:pt x="-507" y="55131"/>
                      <a:pt x="304" y="58374"/>
                    </a:cubicBezTo>
                    <a:cubicBezTo>
                      <a:pt x="12461" y="107019"/>
                      <a:pt x="19755" y="149989"/>
                      <a:pt x="21376" y="182419"/>
                    </a:cubicBezTo>
                    <a:cubicBezTo>
                      <a:pt x="21376" y="189716"/>
                      <a:pt x="21376" y="197013"/>
                      <a:pt x="21376" y="204309"/>
                    </a:cubicBezTo>
                    <a:lnTo>
                      <a:pt x="21376" y="206741"/>
                    </a:lnTo>
                    <a:cubicBezTo>
                      <a:pt x="21376" y="210795"/>
                      <a:pt x="22997" y="214038"/>
                      <a:pt x="25428" y="217281"/>
                    </a:cubicBezTo>
                    <a:cubicBezTo>
                      <a:pt x="27860" y="219713"/>
                      <a:pt x="31912" y="221335"/>
                      <a:pt x="35965" y="221335"/>
                    </a:cubicBezTo>
                    <a:lnTo>
                      <a:pt x="145378" y="221335"/>
                    </a:lnTo>
                    <a:cubicBezTo>
                      <a:pt x="149430" y="221335"/>
                      <a:pt x="152672" y="219713"/>
                      <a:pt x="155914" y="217281"/>
                    </a:cubicBezTo>
                    <a:cubicBezTo>
                      <a:pt x="158345" y="214849"/>
                      <a:pt x="159966" y="210795"/>
                      <a:pt x="159966" y="206741"/>
                    </a:cubicBezTo>
                    <a:lnTo>
                      <a:pt x="159966" y="204309"/>
                    </a:lnTo>
                    <a:cubicBezTo>
                      <a:pt x="159966" y="197013"/>
                      <a:pt x="159966" y="189716"/>
                      <a:pt x="159966" y="182419"/>
                    </a:cubicBezTo>
                    <a:cubicBezTo>
                      <a:pt x="163208" y="150800"/>
                      <a:pt x="170502" y="107830"/>
                      <a:pt x="182660" y="58374"/>
                    </a:cubicBezTo>
                    <a:lnTo>
                      <a:pt x="182660" y="58374"/>
                    </a:lnTo>
                    <a:close/>
                    <a:moveTo>
                      <a:pt x="44069" y="43781"/>
                    </a:moveTo>
                    <a:lnTo>
                      <a:pt x="76488" y="11350"/>
                    </a:lnTo>
                    <a:cubicBezTo>
                      <a:pt x="76488" y="11350"/>
                      <a:pt x="77299" y="10540"/>
                      <a:pt x="77299" y="10540"/>
                    </a:cubicBezTo>
                    <a:cubicBezTo>
                      <a:pt x="77299" y="10540"/>
                      <a:pt x="78109" y="10540"/>
                      <a:pt x="78109" y="11350"/>
                    </a:cubicBezTo>
                    <a:lnTo>
                      <a:pt x="110528" y="43781"/>
                    </a:lnTo>
                    <a:cubicBezTo>
                      <a:pt x="110528" y="43781"/>
                      <a:pt x="111338" y="44591"/>
                      <a:pt x="111338" y="44591"/>
                    </a:cubicBezTo>
                    <a:cubicBezTo>
                      <a:pt x="111338" y="44591"/>
                      <a:pt x="111338" y="45402"/>
                      <a:pt x="110528" y="45402"/>
                    </a:cubicBezTo>
                    <a:lnTo>
                      <a:pt x="78109" y="77832"/>
                    </a:lnTo>
                    <a:cubicBezTo>
                      <a:pt x="77299" y="78643"/>
                      <a:pt x="76488" y="78643"/>
                      <a:pt x="75677" y="77832"/>
                    </a:cubicBezTo>
                    <a:lnTo>
                      <a:pt x="43259" y="45402"/>
                    </a:lnTo>
                    <a:cubicBezTo>
                      <a:pt x="43259" y="45402"/>
                      <a:pt x="42448" y="44591"/>
                      <a:pt x="42448" y="44591"/>
                    </a:cubicBezTo>
                    <a:cubicBezTo>
                      <a:pt x="43259" y="44591"/>
                      <a:pt x="43259" y="44591"/>
                      <a:pt x="44069" y="43781"/>
                    </a:cubicBezTo>
                    <a:lnTo>
                      <a:pt x="44069" y="43781"/>
                    </a:lnTo>
                    <a:close/>
                    <a:moveTo>
                      <a:pt x="150241" y="182419"/>
                    </a:moveTo>
                    <a:cubicBezTo>
                      <a:pt x="150241" y="189716"/>
                      <a:pt x="150241" y="197823"/>
                      <a:pt x="150241" y="205120"/>
                    </a:cubicBezTo>
                    <a:lnTo>
                      <a:pt x="150241" y="207552"/>
                    </a:lnTo>
                    <a:cubicBezTo>
                      <a:pt x="150241" y="208363"/>
                      <a:pt x="150241" y="209174"/>
                      <a:pt x="149430" y="209984"/>
                    </a:cubicBezTo>
                    <a:cubicBezTo>
                      <a:pt x="148620" y="210795"/>
                      <a:pt x="147809" y="210795"/>
                      <a:pt x="146999" y="210795"/>
                    </a:cubicBezTo>
                    <a:lnTo>
                      <a:pt x="37585" y="210795"/>
                    </a:lnTo>
                    <a:cubicBezTo>
                      <a:pt x="36775" y="210795"/>
                      <a:pt x="35965" y="210795"/>
                      <a:pt x="35154" y="209984"/>
                    </a:cubicBezTo>
                    <a:cubicBezTo>
                      <a:pt x="34344" y="209174"/>
                      <a:pt x="34344" y="208363"/>
                      <a:pt x="34344" y="207552"/>
                    </a:cubicBezTo>
                    <a:lnTo>
                      <a:pt x="34344" y="205120"/>
                    </a:lnTo>
                    <a:cubicBezTo>
                      <a:pt x="34344" y="197823"/>
                      <a:pt x="34344" y="190526"/>
                      <a:pt x="34344" y="182419"/>
                    </a:cubicBezTo>
                    <a:cubicBezTo>
                      <a:pt x="31912" y="140260"/>
                      <a:pt x="21376" y="90804"/>
                      <a:pt x="13271" y="55942"/>
                    </a:cubicBezTo>
                    <a:cubicBezTo>
                      <a:pt x="13271" y="55942"/>
                      <a:pt x="13271" y="55942"/>
                      <a:pt x="13271" y="55942"/>
                    </a:cubicBezTo>
                    <a:cubicBezTo>
                      <a:pt x="13271" y="55942"/>
                      <a:pt x="13271" y="55942"/>
                      <a:pt x="13271" y="55942"/>
                    </a:cubicBezTo>
                    <a:lnTo>
                      <a:pt x="37585" y="55942"/>
                    </a:lnTo>
                    <a:lnTo>
                      <a:pt x="68383" y="86750"/>
                    </a:lnTo>
                    <a:cubicBezTo>
                      <a:pt x="70815" y="89183"/>
                      <a:pt x="74056" y="90804"/>
                      <a:pt x="77299" y="90804"/>
                    </a:cubicBezTo>
                    <a:cubicBezTo>
                      <a:pt x="80540" y="90804"/>
                      <a:pt x="83782" y="89183"/>
                      <a:pt x="86213" y="86750"/>
                    </a:cubicBezTo>
                    <a:lnTo>
                      <a:pt x="117011" y="55942"/>
                    </a:lnTo>
                    <a:lnTo>
                      <a:pt x="171313" y="55942"/>
                    </a:lnTo>
                    <a:cubicBezTo>
                      <a:pt x="171313" y="55942"/>
                      <a:pt x="171313" y="55942"/>
                      <a:pt x="171313" y="55942"/>
                    </a:cubicBezTo>
                    <a:cubicBezTo>
                      <a:pt x="171313" y="55942"/>
                      <a:pt x="171313" y="55942"/>
                      <a:pt x="171313" y="55942"/>
                    </a:cubicBezTo>
                    <a:cubicBezTo>
                      <a:pt x="163208" y="89993"/>
                      <a:pt x="152672" y="140260"/>
                      <a:pt x="150241" y="182419"/>
                    </a:cubicBezTo>
                    <a:lnTo>
                      <a:pt x="150241" y="182419"/>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2" name="Google Shape;792;p8"/>
              <p:cNvSpPr/>
              <p:nvPr/>
            </p:nvSpPr>
            <p:spPr>
              <a:xfrm>
                <a:off x="4276671" y="2051147"/>
                <a:ext cx="364735" cy="382981"/>
              </a:xfrm>
              <a:custGeom>
                <a:rect b="b" l="l" r="r" t="t"/>
                <a:pathLst>
                  <a:path extrusionOk="0" h="382981" w="364735">
                    <a:moveTo>
                      <a:pt x="358863" y="65167"/>
                    </a:moveTo>
                    <a:lnTo>
                      <a:pt x="243777" y="1117"/>
                    </a:lnTo>
                    <a:cubicBezTo>
                      <a:pt x="238914" y="-1315"/>
                      <a:pt x="233240" y="307"/>
                      <a:pt x="229999" y="5171"/>
                    </a:cubicBezTo>
                    <a:cubicBezTo>
                      <a:pt x="221083" y="21386"/>
                      <a:pt x="218652" y="40034"/>
                      <a:pt x="221894" y="56249"/>
                    </a:cubicBezTo>
                    <a:lnTo>
                      <a:pt x="17656" y="56249"/>
                    </a:lnTo>
                    <a:cubicBezTo>
                      <a:pt x="12793" y="56249"/>
                      <a:pt x="7120" y="58681"/>
                      <a:pt x="3878" y="62735"/>
                    </a:cubicBezTo>
                    <a:cubicBezTo>
                      <a:pt x="636" y="66788"/>
                      <a:pt x="-985" y="72464"/>
                      <a:pt x="636" y="77328"/>
                    </a:cubicBezTo>
                    <a:lnTo>
                      <a:pt x="23329" y="185969"/>
                    </a:lnTo>
                    <a:cubicBezTo>
                      <a:pt x="24140" y="189212"/>
                      <a:pt x="26571" y="190833"/>
                      <a:pt x="29813" y="190022"/>
                    </a:cubicBezTo>
                    <a:cubicBezTo>
                      <a:pt x="33055" y="189212"/>
                      <a:pt x="34676" y="186779"/>
                      <a:pt x="33865" y="183536"/>
                    </a:cubicBezTo>
                    <a:lnTo>
                      <a:pt x="11172" y="74896"/>
                    </a:lnTo>
                    <a:cubicBezTo>
                      <a:pt x="11172" y="73274"/>
                      <a:pt x="11172" y="70842"/>
                      <a:pt x="12793" y="70031"/>
                    </a:cubicBezTo>
                    <a:cubicBezTo>
                      <a:pt x="13604" y="68410"/>
                      <a:pt x="16035" y="67599"/>
                      <a:pt x="17656" y="67599"/>
                    </a:cubicBezTo>
                    <a:lnTo>
                      <a:pt x="258365" y="67599"/>
                    </a:lnTo>
                    <a:cubicBezTo>
                      <a:pt x="259986" y="67599"/>
                      <a:pt x="261607" y="68410"/>
                      <a:pt x="263228" y="70031"/>
                    </a:cubicBezTo>
                    <a:cubicBezTo>
                      <a:pt x="264038" y="71653"/>
                      <a:pt x="264849" y="73274"/>
                      <a:pt x="264849" y="74896"/>
                    </a:cubicBezTo>
                    <a:lnTo>
                      <a:pt x="234051" y="224885"/>
                    </a:lnTo>
                    <a:cubicBezTo>
                      <a:pt x="227567" y="257315"/>
                      <a:pt x="224326" y="290556"/>
                      <a:pt x="224326" y="322986"/>
                    </a:cubicBezTo>
                    <a:lnTo>
                      <a:pt x="224326" y="331093"/>
                    </a:lnTo>
                    <a:lnTo>
                      <a:pt x="53316" y="331093"/>
                    </a:lnTo>
                    <a:lnTo>
                      <a:pt x="53316" y="322986"/>
                    </a:lnTo>
                    <a:cubicBezTo>
                      <a:pt x="53316" y="289745"/>
                      <a:pt x="50075" y="257315"/>
                      <a:pt x="43591" y="224885"/>
                    </a:cubicBezTo>
                    <a:lnTo>
                      <a:pt x="40349" y="209480"/>
                    </a:lnTo>
                    <a:cubicBezTo>
                      <a:pt x="39538" y="206237"/>
                      <a:pt x="37107" y="204616"/>
                      <a:pt x="33865" y="205427"/>
                    </a:cubicBezTo>
                    <a:cubicBezTo>
                      <a:pt x="30623" y="206237"/>
                      <a:pt x="29002" y="208670"/>
                      <a:pt x="29813" y="211913"/>
                    </a:cubicBezTo>
                    <a:lnTo>
                      <a:pt x="33055" y="227317"/>
                    </a:lnTo>
                    <a:cubicBezTo>
                      <a:pt x="39538" y="258936"/>
                      <a:pt x="42780" y="291366"/>
                      <a:pt x="42780" y="322986"/>
                    </a:cubicBezTo>
                    <a:lnTo>
                      <a:pt x="42780" y="359469"/>
                    </a:lnTo>
                    <a:cubicBezTo>
                      <a:pt x="42780" y="372441"/>
                      <a:pt x="53316" y="382981"/>
                      <a:pt x="66284" y="382981"/>
                    </a:cubicBezTo>
                    <a:lnTo>
                      <a:pt x="212979" y="382981"/>
                    </a:lnTo>
                    <a:cubicBezTo>
                      <a:pt x="220273" y="382981"/>
                      <a:pt x="227567" y="379738"/>
                      <a:pt x="231620" y="374063"/>
                    </a:cubicBezTo>
                    <a:cubicBezTo>
                      <a:pt x="234862" y="370009"/>
                      <a:pt x="236483" y="365145"/>
                      <a:pt x="236483" y="359469"/>
                    </a:cubicBezTo>
                    <a:lnTo>
                      <a:pt x="236483" y="323796"/>
                    </a:lnTo>
                    <a:cubicBezTo>
                      <a:pt x="236483" y="291366"/>
                      <a:pt x="239724" y="258936"/>
                      <a:pt x="246208" y="228128"/>
                    </a:cubicBezTo>
                    <a:lnTo>
                      <a:pt x="269712" y="113001"/>
                    </a:lnTo>
                    <a:cubicBezTo>
                      <a:pt x="277816" y="116244"/>
                      <a:pt x="287542" y="117866"/>
                      <a:pt x="296457" y="118676"/>
                    </a:cubicBezTo>
                    <a:cubicBezTo>
                      <a:pt x="296457" y="118676"/>
                      <a:pt x="296457" y="118676"/>
                      <a:pt x="296457" y="118676"/>
                    </a:cubicBezTo>
                    <a:cubicBezTo>
                      <a:pt x="299699" y="118676"/>
                      <a:pt x="302130" y="116244"/>
                      <a:pt x="302130" y="113001"/>
                    </a:cubicBezTo>
                    <a:cubicBezTo>
                      <a:pt x="302130" y="109758"/>
                      <a:pt x="299699" y="107326"/>
                      <a:pt x="296457" y="107326"/>
                    </a:cubicBezTo>
                    <a:cubicBezTo>
                      <a:pt x="288353" y="107326"/>
                      <a:pt x="279437" y="105704"/>
                      <a:pt x="272143" y="101651"/>
                    </a:cubicBezTo>
                    <a:lnTo>
                      <a:pt x="274574" y="91111"/>
                    </a:lnTo>
                    <a:cubicBezTo>
                      <a:pt x="281869" y="95165"/>
                      <a:pt x="290784" y="96786"/>
                      <a:pt x="298889" y="96786"/>
                    </a:cubicBezTo>
                    <a:cubicBezTo>
                      <a:pt x="317529" y="96786"/>
                      <a:pt x="336170" y="87057"/>
                      <a:pt x="345896" y="70031"/>
                    </a:cubicBezTo>
                    <a:lnTo>
                      <a:pt x="354001" y="74085"/>
                    </a:lnTo>
                    <a:cubicBezTo>
                      <a:pt x="346706" y="87057"/>
                      <a:pt x="335360" y="96786"/>
                      <a:pt x="321582" y="101651"/>
                    </a:cubicBezTo>
                    <a:cubicBezTo>
                      <a:pt x="318340" y="102461"/>
                      <a:pt x="317529" y="105704"/>
                      <a:pt x="318340" y="108947"/>
                    </a:cubicBezTo>
                    <a:cubicBezTo>
                      <a:pt x="319150" y="112190"/>
                      <a:pt x="322392" y="113001"/>
                      <a:pt x="325634" y="112190"/>
                    </a:cubicBezTo>
                    <a:cubicBezTo>
                      <a:pt x="341844" y="105704"/>
                      <a:pt x="355621" y="93543"/>
                      <a:pt x="364537" y="78139"/>
                    </a:cubicBezTo>
                    <a:cubicBezTo>
                      <a:pt x="365347" y="74085"/>
                      <a:pt x="363726" y="68410"/>
                      <a:pt x="358863" y="65167"/>
                    </a:cubicBezTo>
                    <a:lnTo>
                      <a:pt x="358863" y="65167"/>
                    </a:lnTo>
                    <a:close/>
                    <a:moveTo>
                      <a:pt x="223515" y="360280"/>
                    </a:moveTo>
                    <a:cubicBezTo>
                      <a:pt x="223515" y="362712"/>
                      <a:pt x="222704" y="365145"/>
                      <a:pt x="221083" y="367577"/>
                    </a:cubicBezTo>
                    <a:cubicBezTo>
                      <a:pt x="218652" y="370820"/>
                      <a:pt x="215410" y="372441"/>
                      <a:pt x="211358" y="372441"/>
                    </a:cubicBezTo>
                    <a:lnTo>
                      <a:pt x="64663" y="372441"/>
                    </a:lnTo>
                    <a:cubicBezTo>
                      <a:pt x="58179" y="372441"/>
                      <a:pt x="52506" y="366766"/>
                      <a:pt x="52506" y="360280"/>
                    </a:cubicBezTo>
                    <a:lnTo>
                      <a:pt x="52506" y="343254"/>
                    </a:lnTo>
                    <a:lnTo>
                      <a:pt x="223515" y="343254"/>
                    </a:lnTo>
                    <a:lnTo>
                      <a:pt x="223515" y="360280"/>
                    </a:lnTo>
                    <a:close/>
                    <a:moveTo>
                      <a:pt x="243777" y="57059"/>
                    </a:moveTo>
                    <a:lnTo>
                      <a:pt x="234051" y="57059"/>
                    </a:lnTo>
                    <a:cubicBezTo>
                      <a:pt x="230809" y="42466"/>
                      <a:pt x="232430" y="26251"/>
                      <a:pt x="239724" y="12468"/>
                    </a:cubicBezTo>
                    <a:lnTo>
                      <a:pt x="247829" y="16522"/>
                    </a:lnTo>
                    <a:cubicBezTo>
                      <a:pt x="240535" y="29494"/>
                      <a:pt x="239724" y="44087"/>
                      <a:pt x="243777" y="57059"/>
                    </a:cubicBezTo>
                    <a:lnTo>
                      <a:pt x="243777" y="57059"/>
                    </a:lnTo>
                    <a:close/>
                    <a:moveTo>
                      <a:pt x="262417" y="57059"/>
                    </a:moveTo>
                    <a:cubicBezTo>
                      <a:pt x="260797" y="57059"/>
                      <a:pt x="259986" y="56249"/>
                      <a:pt x="258365" y="56249"/>
                    </a:cubicBezTo>
                    <a:lnTo>
                      <a:pt x="255123" y="56249"/>
                    </a:lnTo>
                    <a:cubicBezTo>
                      <a:pt x="251071" y="44898"/>
                      <a:pt x="251071" y="32737"/>
                      <a:pt x="256744" y="21386"/>
                    </a:cubicBezTo>
                    <a:lnTo>
                      <a:pt x="287542" y="38412"/>
                    </a:lnTo>
                    <a:lnTo>
                      <a:pt x="262417" y="57059"/>
                    </a:lnTo>
                    <a:close/>
                    <a:moveTo>
                      <a:pt x="289973" y="84625"/>
                    </a:moveTo>
                    <a:cubicBezTo>
                      <a:pt x="287542" y="83814"/>
                      <a:pt x="284300" y="83814"/>
                      <a:pt x="281869" y="82193"/>
                    </a:cubicBezTo>
                    <a:cubicBezTo>
                      <a:pt x="281869" y="82193"/>
                      <a:pt x="281869" y="82193"/>
                      <a:pt x="281869" y="82193"/>
                    </a:cubicBezTo>
                    <a:cubicBezTo>
                      <a:pt x="279437" y="81382"/>
                      <a:pt x="277816" y="80571"/>
                      <a:pt x="276196" y="78950"/>
                    </a:cubicBezTo>
                    <a:lnTo>
                      <a:pt x="276196" y="77328"/>
                    </a:lnTo>
                    <a:cubicBezTo>
                      <a:pt x="277006" y="72464"/>
                      <a:pt x="276196" y="67599"/>
                      <a:pt x="272954" y="63545"/>
                    </a:cubicBezTo>
                    <a:lnTo>
                      <a:pt x="292405" y="49762"/>
                    </a:lnTo>
                    <a:lnTo>
                      <a:pt x="289973" y="84625"/>
                    </a:lnTo>
                    <a:close/>
                    <a:moveTo>
                      <a:pt x="301320" y="85436"/>
                    </a:moveTo>
                    <a:lnTo>
                      <a:pt x="303751" y="48141"/>
                    </a:lnTo>
                    <a:lnTo>
                      <a:pt x="334549" y="65167"/>
                    </a:lnTo>
                    <a:cubicBezTo>
                      <a:pt x="327255" y="76517"/>
                      <a:pt x="314287" y="83814"/>
                      <a:pt x="301320" y="85436"/>
                    </a:cubicBezTo>
                    <a:lnTo>
                      <a:pt x="301320" y="85436"/>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9"/>
          <p:cNvSpPr txBox="1"/>
          <p:nvPr>
            <p:ph type="title"/>
          </p:nvPr>
        </p:nvSpPr>
        <p:spPr>
          <a:xfrm>
            <a:off x="720000" y="245550"/>
            <a:ext cx="7704000" cy="9468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600"/>
              <a:buNone/>
            </a:pPr>
            <a:r>
              <a:rPr lang="en">
                <a:solidFill>
                  <a:srgbClr val="2F6318"/>
                </a:solidFill>
                <a:latin typeface="Crete Round"/>
                <a:ea typeface="Crete Round"/>
                <a:cs typeface="Crete Round"/>
                <a:sym typeface="Crete Round"/>
              </a:rPr>
              <a:t>Business Insights</a:t>
            </a:r>
            <a:endParaRPr>
              <a:solidFill>
                <a:srgbClr val="2F6318"/>
              </a:solidFill>
              <a:latin typeface="Crete Round"/>
              <a:ea typeface="Crete Round"/>
              <a:cs typeface="Crete Round"/>
              <a:sym typeface="Crete Round"/>
            </a:endParaRPr>
          </a:p>
        </p:txBody>
      </p:sp>
      <p:sp>
        <p:nvSpPr>
          <p:cNvPr id="798" name="Google Shape;798;p9"/>
          <p:cNvSpPr txBox="1"/>
          <p:nvPr>
            <p:ph idx="4294967295" type="subTitle"/>
          </p:nvPr>
        </p:nvSpPr>
        <p:spPr>
          <a:xfrm flipH="1">
            <a:off x="6090974" y="3033362"/>
            <a:ext cx="2459700" cy="1646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chemeClr val="dk1"/>
                </a:solidFill>
                <a:latin typeface="Albert Sans"/>
                <a:ea typeface="Albert Sans"/>
                <a:cs typeface="Albert Sans"/>
                <a:sym typeface="Albert Sans"/>
              </a:rPr>
              <a:t>Decrease discounts among more popular products for a limited time to determine impact on sales volume, or increase discount on less popular products.</a:t>
            </a:r>
            <a:endParaRPr b="0" i="0" sz="1400" u="none" cap="none" strike="noStrike">
              <a:solidFill>
                <a:schemeClr val="dk1"/>
              </a:solidFill>
              <a:latin typeface="Albert Sans"/>
              <a:ea typeface="Albert Sans"/>
              <a:cs typeface="Albert Sans"/>
              <a:sym typeface="Albert Sans"/>
            </a:endParaRPr>
          </a:p>
        </p:txBody>
      </p:sp>
      <p:sp>
        <p:nvSpPr>
          <p:cNvPr id="799" name="Google Shape;799;p9"/>
          <p:cNvSpPr txBox="1"/>
          <p:nvPr>
            <p:ph idx="4294967295" type="subTitle"/>
          </p:nvPr>
        </p:nvSpPr>
        <p:spPr>
          <a:xfrm flipH="1">
            <a:off x="3340800" y="3033362"/>
            <a:ext cx="2462400" cy="158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rgbClr val="000000"/>
                </a:solidFill>
                <a:latin typeface="Albert Sans"/>
                <a:ea typeface="Albert Sans"/>
                <a:cs typeface="Albert Sans"/>
                <a:sym typeface="Albert Sans"/>
              </a:rPr>
              <a:t>Tailor various promotion strategies for each region based on the popularity of various products in each region to increase sales and revenue.</a:t>
            </a:r>
            <a:endParaRPr b="0" i="0" sz="1400" u="none" cap="none" strike="noStrike">
              <a:solidFill>
                <a:srgbClr val="000000"/>
              </a:solidFill>
              <a:latin typeface="Albert Sans"/>
              <a:ea typeface="Albert Sans"/>
              <a:cs typeface="Albert Sans"/>
              <a:sym typeface="Albert Sans"/>
            </a:endParaRPr>
          </a:p>
        </p:txBody>
      </p:sp>
      <p:sp>
        <p:nvSpPr>
          <p:cNvPr id="800" name="Google Shape;800;p9"/>
          <p:cNvSpPr txBox="1"/>
          <p:nvPr>
            <p:ph idx="4294967295" type="subTitle"/>
          </p:nvPr>
        </p:nvSpPr>
        <p:spPr>
          <a:xfrm flipH="1">
            <a:off x="593328" y="3033362"/>
            <a:ext cx="2459700" cy="1570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400"/>
              <a:buFont typeface="Albert Sans"/>
              <a:buNone/>
            </a:pPr>
            <a:r>
              <a:rPr b="0" i="0" lang="en" sz="1400" u="none" cap="none" strike="noStrike">
                <a:solidFill>
                  <a:schemeClr val="dk1"/>
                </a:solidFill>
                <a:latin typeface="Albert Sans"/>
                <a:ea typeface="Albert Sans"/>
                <a:cs typeface="Albert Sans"/>
                <a:sym typeface="Albert Sans"/>
              </a:rPr>
              <a:t>Determine cause of seasonal increase in alcoholic beverages Aug - Oct, replicate conditions in other seasons or with other product categories.</a:t>
            </a:r>
            <a:endParaRPr b="0" i="0" sz="1400" u="none" cap="none" strike="noStrike">
              <a:solidFill>
                <a:schemeClr val="dk1"/>
              </a:solidFill>
              <a:latin typeface="Albert Sans"/>
              <a:ea typeface="Albert Sans"/>
              <a:cs typeface="Albert Sans"/>
              <a:sym typeface="Albert Sans"/>
            </a:endParaRPr>
          </a:p>
        </p:txBody>
      </p:sp>
      <p:sp>
        <p:nvSpPr>
          <p:cNvPr id="801" name="Google Shape;801;p9"/>
          <p:cNvSpPr txBox="1"/>
          <p:nvPr>
            <p:ph idx="4294967295" type="subTitle"/>
          </p:nvPr>
        </p:nvSpPr>
        <p:spPr>
          <a:xfrm flipH="1">
            <a:off x="5949224" y="2606275"/>
            <a:ext cx="2743200" cy="52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lbert Sans"/>
              <a:buNone/>
            </a:pPr>
            <a:r>
              <a:rPr b="1" i="0" lang="en" sz="1600" u="none" cap="none" strike="noStrike">
                <a:solidFill>
                  <a:schemeClr val="dk1"/>
                </a:solidFill>
                <a:latin typeface="Albert Sans"/>
                <a:ea typeface="Albert Sans"/>
                <a:cs typeface="Albert Sans"/>
                <a:sym typeface="Albert Sans"/>
              </a:rPr>
              <a:t>Pricing Opportunity </a:t>
            </a:r>
            <a:endParaRPr b="1" i="0" sz="1600" u="none" cap="none" strike="noStrike">
              <a:solidFill>
                <a:schemeClr val="dk1"/>
              </a:solidFill>
              <a:latin typeface="Albert Sans"/>
              <a:ea typeface="Albert Sans"/>
              <a:cs typeface="Albert Sans"/>
              <a:sym typeface="Albert Sans"/>
            </a:endParaRPr>
          </a:p>
        </p:txBody>
      </p:sp>
      <p:sp>
        <p:nvSpPr>
          <p:cNvPr id="802" name="Google Shape;802;p9"/>
          <p:cNvSpPr txBox="1"/>
          <p:nvPr>
            <p:ph idx="4294967295" type="subTitle"/>
          </p:nvPr>
        </p:nvSpPr>
        <p:spPr>
          <a:xfrm flipH="1">
            <a:off x="3451650" y="2606275"/>
            <a:ext cx="2240700" cy="527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lbert Sans"/>
              <a:buNone/>
            </a:pPr>
            <a:r>
              <a:rPr b="1" i="0" lang="en" sz="1600" u="none" cap="none" strike="noStrike">
                <a:solidFill>
                  <a:schemeClr val="dk1"/>
                </a:solidFill>
                <a:latin typeface="Albert Sans"/>
                <a:ea typeface="Albert Sans"/>
                <a:cs typeface="Albert Sans"/>
                <a:sym typeface="Albert Sans"/>
              </a:rPr>
              <a:t>Regional Strategy</a:t>
            </a:r>
            <a:endParaRPr b="1" i="0" sz="1600" u="none" cap="none" strike="noStrike">
              <a:solidFill>
                <a:schemeClr val="dk1"/>
              </a:solidFill>
              <a:latin typeface="Albert Sans"/>
              <a:ea typeface="Albert Sans"/>
              <a:cs typeface="Albert Sans"/>
              <a:sym typeface="Albert Sans"/>
            </a:endParaRPr>
          </a:p>
        </p:txBody>
      </p:sp>
      <p:sp>
        <p:nvSpPr>
          <p:cNvPr id="803" name="Google Shape;803;p9"/>
          <p:cNvSpPr txBox="1"/>
          <p:nvPr>
            <p:ph idx="1" type="subTitle"/>
          </p:nvPr>
        </p:nvSpPr>
        <p:spPr>
          <a:xfrm flipH="1">
            <a:off x="702828" y="2606275"/>
            <a:ext cx="2240700" cy="527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b="1" lang="en"/>
              <a:t>Seasonal Lift</a:t>
            </a:r>
            <a:endParaRPr b="1"/>
          </a:p>
        </p:txBody>
      </p:sp>
      <p:sp>
        <p:nvSpPr>
          <p:cNvPr id="804" name="Google Shape;804;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
        <p:nvSpPr>
          <p:cNvPr id="805" name="Google Shape;805;p9"/>
          <p:cNvSpPr/>
          <p:nvPr/>
        </p:nvSpPr>
        <p:spPr>
          <a:xfrm>
            <a:off x="6810974"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sp>
        <p:nvSpPr>
          <p:cNvPr id="806" name="Google Shape;806;p9"/>
          <p:cNvSpPr/>
          <p:nvPr/>
        </p:nvSpPr>
        <p:spPr>
          <a:xfrm>
            <a:off x="4062150"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sp>
        <p:nvSpPr>
          <p:cNvPr id="807" name="Google Shape;807;p9"/>
          <p:cNvSpPr/>
          <p:nvPr/>
        </p:nvSpPr>
        <p:spPr>
          <a:xfrm>
            <a:off x="1313328" y="1484925"/>
            <a:ext cx="1019700" cy="946800"/>
          </a:xfrm>
          <a:prstGeom prst="ellipse">
            <a:avLst/>
          </a:prstGeom>
          <a:solidFill>
            <a:srgbClr val="EAE0A3">
              <a:alpha val="52156"/>
            </a:srgbClr>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lbert Sans"/>
              <a:ea typeface="Albert Sans"/>
              <a:cs typeface="Albert Sans"/>
              <a:sym typeface="Albert Sans"/>
            </a:endParaRPr>
          </a:p>
        </p:txBody>
      </p:sp>
      <p:grpSp>
        <p:nvGrpSpPr>
          <p:cNvPr id="808" name="Google Shape;808;p9"/>
          <p:cNvGrpSpPr/>
          <p:nvPr/>
        </p:nvGrpSpPr>
        <p:grpSpPr>
          <a:xfrm>
            <a:off x="7191237" y="1730977"/>
            <a:ext cx="259185" cy="454702"/>
            <a:chOff x="6972117" y="2051118"/>
            <a:chExt cx="217766" cy="382199"/>
          </a:xfrm>
        </p:grpSpPr>
        <p:sp>
          <p:nvSpPr>
            <p:cNvPr id="809" name="Google Shape;809;p9"/>
            <p:cNvSpPr/>
            <p:nvPr/>
          </p:nvSpPr>
          <p:spPr>
            <a:xfrm>
              <a:off x="7071805" y="2056318"/>
              <a:ext cx="112361" cy="93302"/>
            </a:xfrm>
            <a:custGeom>
              <a:rect b="b" l="l" r="r" t="t"/>
              <a:pathLst>
                <a:path extrusionOk="0" h="93302" w="112361">
                  <a:moveTo>
                    <a:pt x="83478" y="84318"/>
                  </a:moveTo>
                  <a:cubicBezTo>
                    <a:pt x="55112" y="102155"/>
                    <a:pt x="17830" y="92426"/>
                    <a:pt x="0" y="64049"/>
                  </a:cubicBezTo>
                  <a:cubicBezTo>
                    <a:pt x="0" y="63239"/>
                    <a:pt x="0" y="63239"/>
                    <a:pt x="0" y="62428"/>
                  </a:cubicBezTo>
                  <a:lnTo>
                    <a:pt x="102119" y="0"/>
                  </a:lnTo>
                  <a:cubicBezTo>
                    <a:pt x="102929" y="0"/>
                    <a:pt x="102929" y="0"/>
                    <a:pt x="103740" y="0"/>
                  </a:cubicBezTo>
                  <a:cubicBezTo>
                    <a:pt x="120760" y="29998"/>
                    <a:pt x="111845" y="67292"/>
                    <a:pt x="83478" y="84318"/>
                  </a:cubicBezTo>
                  <a:lnTo>
                    <a:pt x="83478" y="8431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0" name="Google Shape;810;p9"/>
            <p:cNvSpPr/>
            <p:nvPr/>
          </p:nvSpPr>
          <p:spPr>
            <a:xfrm>
              <a:off x="7106655" y="2078209"/>
              <a:ext cx="35691" cy="29578"/>
            </a:xfrm>
            <a:custGeom>
              <a:rect b="b" l="l" r="r" t="t"/>
              <a:pathLst>
                <a:path extrusionOk="0" h="29578" w="35691">
                  <a:moveTo>
                    <a:pt x="26745" y="26755"/>
                  </a:moveTo>
                  <a:cubicBezTo>
                    <a:pt x="17830" y="32430"/>
                    <a:pt x="5673" y="29187"/>
                    <a:pt x="0" y="20269"/>
                  </a:cubicBezTo>
                  <a:lnTo>
                    <a:pt x="0" y="20269"/>
                  </a:lnTo>
                  <a:lnTo>
                    <a:pt x="33229" y="0"/>
                  </a:lnTo>
                  <a:lnTo>
                    <a:pt x="33229" y="0"/>
                  </a:lnTo>
                  <a:cubicBezTo>
                    <a:pt x="38092" y="9729"/>
                    <a:pt x="35660" y="21080"/>
                    <a:pt x="26745" y="26755"/>
                  </a:cubicBezTo>
                  <a:lnTo>
                    <a:pt x="26745" y="267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1" name="Google Shape;811;p9"/>
            <p:cNvSpPr/>
            <p:nvPr/>
          </p:nvSpPr>
          <p:spPr>
            <a:xfrm>
              <a:off x="6977790" y="2100099"/>
              <a:ext cx="153989" cy="302410"/>
            </a:xfrm>
            <a:custGeom>
              <a:rect b="b" l="l" r="r" t="t"/>
              <a:pathLst>
                <a:path extrusionOk="0" h="302410" w="153989">
                  <a:moveTo>
                    <a:pt x="147506" y="0"/>
                  </a:moveTo>
                  <a:lnTo>
                    <a:pt x="5673" y="0"/>
                  </a:lnTo>
                  <a:cubicBezTo>
                    <a:pt x="2431" y="0"/>
                    <a:pt x="0" y="2432"/>
                    <a:pt x="0" y="5675"/>
                  </a:cubicBezTo>
                  <a:lnTo>
                    <a:pt x="0" y="296735"/>
                  </a:lnTo>
                  <a:cubicBezTo>
                    <a:pt x="0" y="299978"/>
                    <a:pt x="2431" y="302410"/>
                    <a:pt x="5673" y="302410"/>
                  </a:cubicBezTo>
                  <a:lnTo>
                    <a:pt x="148316" y="302410"/>
                  </a:lnTo>
                  <a:cubicBezTo>
                    <a:pt x="151558" y="302410"/>
                    <a:pt x="153989" y="299978"/>
                    <a:pt x="153989" y="296735"/>
                  </a:cubicBezTo>
                  <a:lnTo>
                    <a:pt x="153989" y="5675"/>
                  </a:lnTo>
                  <a:cubicBezTo>
                    <a:pt x="153989" y="2432"/>
                    <a:pt x="150748" y="0"/>
                    <a:pt x="147506" y="0"/>
                  </a:cubicBezTo>
                  <a:lnTo>
                    <a:pt x="147506"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2" name="Google Shape;812;p9"/>
            <p:cNvSpPr/>
            <p:nvPr/>
          </p:nvSpPr>
          <p:spPr>
            <a:xfrm>
              <a:off x="6977790" y="2161716"/>
              <a:ext cx="153989" cy="241603"/>
            </a:xfrm>
            <a:custGeom>
              <a:rect b="b" l="l" r="r" t="t"/>
              <a:pathLst>
                <a:path extrusionOk="0" h="241603" w="153989">
                  <a:moveTo>
                    <a:pt x="153989" y="31619"/>
                  </a:moveTo>
                  <a:lnTo>
                    <a:pt x="153989" y="235929"/>
                  </a:lnTo>
                  <a:cubicBezTo>
                    <a:pt x="153989" y="239172"/>
                    <a:pt x="151558" y="241604"/>
                    <a:pt x="148316" y="241604"/>
                  </a:cubicBezTo>
                  <a:lnTo>
                    <a:pt x="5673" y="241604"/>
                  </a:lnTo>
                  <a:cubicBezTo>
                    <a:pt x="2431" y="241604"/>
                    <a:pt x="0" y="239172"/>
                    <a:pt x="0" y="235929"/>
                  </a:cubicBezTo>
                  <a:lnTo>
                    <a:pt x="0" y="0"/>
                  </a:lnTo>
                  <a:cubicBezTo>
                    <a:pt x="7294" y="2432"/>
                    <a:pt x="15399" y="5675"/>
                    <a:pt x="22693" y="8918"/>
                  </a:cubicBezTo>
                  <a:cubicBezTo>
                    <a:pt x="64027" y="25133"/>
                    <a:pt x="110224" y="39727"/>
                    <a:pt x="153989" y="31619"/>
                  </a:cubicBezTo>
                  <a:lnTo>
                    <a:pt x="153989" y="31619"/>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3" name="Google Shape;813;p9"/>
            <p:cNvSpPr/>
            <p:nvPr/>
          </p:nvSpPr>
          <p:spPr>
            <a:xfrm>
              <a:off x="7006764" y="2159081"/>
              <a:ext cx="76589" cy="76615"/>
            </a:xfrm>
            <a:custGeom>
              <a:rect b="b" l="l" r="r" t="t"/>
              <a:pathLst>
                <a:path extrusionOk="0" h="76615" w="76589">
                  <a:moveTo>
                    <a:pt x="74766" y="43172"/>
                  </a:moveTo>
                  <a:lnTo>
                    <a:pt x="43158" y="74792"/>
                  </a:lnTo>
                  <a:cubicBezTo>
                    <a:pt x="40726" y="77224"/>
                    <a:pt x="35863" y="77224"/>
                    <a:pt x="33432" y="74792"/>
                  </a:cubicBezTo>
                  <a:lnTo>
                    <a:pt x="1823" y="43172"/>
                  </a:lnTo>
                  <a:cubicBezTo>
                    <a:pt x="-608" y="40740"/>
                    <a:pt x="-608" y="35876"/>
                    <a:pt x="1823" y="33443"/>
                  </a:cubicBezTo>
                  <a:lnTo>
                    <a:pt x="33432" y="1824"/>
                  </a:lnTo>
                  <a:cubicBezTo>
                    <a:pt x="35863" y="-608"/>
                    <a:pt x="40726" y="-608"/>
                    <a:pt x="43158" y="1824"/>
                  </a:cubicBezTo>
                  <a:lnTo>
                    <a:pt x="74766" y="33443"/>
                  </a:lnTo>
                  <a:cubicBezTo>
                    <a:pt x="77198" y="35876"/>
                    <a:pt x="77198" y="39929"/>
                    <a:pt x="74766" y="43172"/>
                  </a:cubicBezTo>
                  <a:lnTo>
                    <a:pt x="74766" y="4317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4" name="Google Shape;814;p9"/>
            <p:cNvSpPr/>
            <p:nvPr/>
          </p:nvSpPr>
          <p:spPr>
            <a:xfrm>
              <a:off x="6993189" y="2404131"/>
              <a:ext cx="123191" cy="25133"/>
            </a:xfrm>
            <a:custGeom>
              <a:rect b="b" l="l" r="r" t="t"/>
              <a:pathLst>
                <a:path extrusionOk="0" h="25133" w="123191">
                  <a:moveTo>
                    <a:pt x="115897" y="25133"/>
                  </a:moveTo>
                  <a:lnTo>
                    <a:pt x="6484" y="25133"/>
                  </a:lnTo>
                  <a:cubicBezTo>
                    <a:pt x="3242" y="25133"/>
                    <a:pt x="0" y="21890"/>
                    <a:pt x="0" y="18647"/>
                  </a:cubicBezTo>
                  <a:lnTo>
                    <a:pt x="0" y="0"/>
                  </a:lnTo>
                  <a:lnTo>
                    <a:pt x="123191" y="0"/>
                  </a:lnTo>
                  <a:lnTo>
                    <a:pt x="123191" y="18647"/>
                  </a:lnTo>
                  <a:cubicBezTo>
                    <a:pt x="123191" y="21890"/>
                    <a:pt x="119949" y="25133"/>
                    <a:pt x="115897" y="25133"/>
                  </a:cubicBezTo>
                  <a:lnTo>
                    <a:pt x="115897" y="25133"/>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5" name="Google Shape;815;p9"/>
            <p:cNvSpPr/>
            <p:nvPr/>
          </p:nvSpPr>
          <p:spPr>
            <a:xfrm>
              <a:off x="7019688" y="2256743"/>
              <a:ext cx="90039" cy="92256"/>
            </a:xfrm>
            <a:custGeom>
              <a:rect b="b" l="l" r="r" t="t"/>
              <a:pathLst>
                <a:path extrusionOk="0" h="92256" w="90039">
                  <a:moveTo>
                    <a:pt x="68326" y="68745"/>
                  </a:moveTo>
                  <a:cubicBezTo>
                    <a:pt x="74810" y="62259"/>
                    <a:pt x="79672" y="54151"/>
                    <a:pt x="83725" y="46044"/>
                  </a:cubicBezTo>
                  <a:cubicBezTo>
                    <a:pt x="89398" y="33072"/>
                    <a:pt x="91829" y="18478"/>
                    <a:pt x="88588" y="4696"/>
                  </a:cubicBezTo>
                  <a:cubicBezTo>
                    <a:pt x="88588" y="3074"/>
                    <a:pt x="86967" y="2263"/>
                    <a:pt x="85346" y="1453"/>
                  </a:cubicBezTo>
                  <a:cubicBezTo>
                    <a:pt x="71568" y="-1790"/>
                    <a:pt x="56979" y="642"/>
                    <a:pt x="44012" y="6317"/>
                  </a:cubicBezTo>
                  <a:cubicBezTo>
                    <a:pt x="33476" y="11182"/>
                    <a:pt x="22940" y="17668"/>
                    <a:pt x="16456" y="27397"/>
                  </a:cubicBezTo>
                  <a:cubicBezTo>
                    <a:pt x="5109" y="41990"/>
                    <a:pt x="-1375" y="61448"/>
                    <a:pt x="247" y="80095"/>
                  </a:cubicBezTo>
                  <a:cubicBezTo>
                    <a:pt x="247" y="81717"/>
                    <a:pt x="1057" y="83338"/>
                    <a:pt x="1057" y="85771"/>
                  </a:cubicBezTo>
                  <a:cubicBezTo>
                    <a:pt x="1057" y="85771"/>
                    <a:pt x="1057" y="87392"/>
                    <a:pt x="1868" y="88203"/>
                  </a:cubicBezTo>
                  <a:cubicBezTo>
                    <a:pt x="1868" y="89824"/>
                    <a:pt x="3489" y="90635"/>
                    <a:pt x="5109" y="91446"/>
                  </a:cubicBezTo>
                  <a:cubicBezTo>
                    <a:pt x="9161" y="92257"/>
                    <a:pt x="13214" y="92257"/>
                    <a:pt x="17266" y="92257"/>
                  </a:cubicBezTo>
                  <a:cubicBezTo>
                    <a:pt x="35907" y="90635"/>
                    <a:pt x="55358" y="82528"/>
                    <a:pt x="68326" y="68745"/>
                  </a:cubicBezTo>
                  <a:lnTo>
                    <a:pt x="68326" y="6874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6" name="Google Shape;816;p9"/>
            <p:cNvSpPr/>
            <p:nvPr/>
          </p:nvSpPr>
          <p:spPr>
            <a:xfrm>
              <a:off x="7146048" y="2109509"/>
              <a:ext cx="14299" cy="14912"/>
            </a:xfrm>
            <a:custGeom>
              <a:rect b="b" l="l" r="r" t="t"/>
              <a:pathLst>
                <a:path extrusionOk="0" h="14912" w="14299">
                  <a:moveTo>
                    <a:pt x="12476" y="4373"/>
                  </a:moveTo>
                  <a:lnTo>
                    <a:pt x="9234" y="1130"/>
                  </a:lnTo>
                  <a:cubicBezTo>
                    <a:pt x="6803" y="-491"/>
                    <a:pt x="3561" y="-491"/>
                    <a:pt x="1130" y="1941"/>
                  </a:cubicBezTo>
                  <a:cubicBezTo>
                    <a:pt x="-491" y="4373"/>
                    <a:pt x="-491" y="7616"/>
                    <a:pt x="1940" y="10048"/>
                  </a:cubicBezTo>
                  <a:lnTo>
                    <a:pt x="5182" y="13291"/>
                  </a:lnTo>
                  <a:cubicBezTo>
                    <a:pt x="5992" y="14102"/>
                    <a:pt x="7613" y="14913"/>
                    <a:pt x="8424" y="14913"/>
                  </a:cubicBezTo>
                  <a:cubicBezTo>
                    <a:pt x="10045" y="14913"/>
                    <a:pt x="11666" y="14102"/>
                    <a:pt x="12476" y="12481"/>
                  </a:cubicBezTo>
                  <a:cubicBezTo>
                    <a:pt x="14908" y="9238"/>
                    <a:pt x="14908" y="5995"/>
                    <a:pt x="12476" y="4373"/>
                  </a:cubicBezTo>
                  <a:lnTo>
                    <a:pt x="12476" y="437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817" name="Google Shape;817;p9"/>
            <p:cNvGrpSpPr/>
            <p:nvPr/>
          </p:nvGrpSpPr>
          <p:grpSpPr>
            <a:xfrm>
              <a:off x="6972117" y="2051118"/>
              <a:ext cx="217766" cy="382199"/>
              <a:chOff x="6972117" y="2051118"/>
              <a:chExt cx="217766" cy="382199"/>
            </a:xfrm>
          </p:grpSpPr>
          <p:sp>
            <p:nvSpPr>
              <p:cNvPr id="818" name="Google Shape;818;p9"/>
              <p:cNvSpPr/>
              <p:nvPr/>
            </p:nvSpPr>
            <p:spPr>
              <a:xfrm>
                <a:off x="7151231" y="2086316"/>
                <a:ext cx="16209" cy="12161"/>
              </a:xfrm>
              <a:custGeom>
                <a:rect b="b" l="l" r="r" t="t"/>
                <a:pathLst>
                  <a:path extrusionOk="0" h="12161" w="16209">
                    <a:moveTo>
                      <a:pt x="9726" y="0"/>
                    </a:moveTo>
                    <a:lnTo>
                      <a:pt x="4863" y="811"/>
                    </a:lnTo>
                    <a:cubicBezTo>
                      <a:pt x="1621" y="1621"/>
                      <a:pt x="0" y="4054"/>
                      <a:pt x="0" y="7297"/>
                    </a:cubicBezTo>
                    <a:cubicBezTo>
                      <a:pt x="810" y="9729"/>
                      <a:pt x="2431" y="12161"/>
                      <a:pt x="5673" y="12161"/>
                    </a:cubicBezTo>
                    <a:cubicBezTo>
                      <a:pt x="5673" y="12161"/>
                      <a:pt x="6484" y="12161"/>
                      <a:pt x="6484" y="12161"/>
                    </a:cubicBezTo>
                    <a:lnTo>
                      <a:pt x="11346" y="11351"/>
                    </a:lnTo>
                    <a:cubicBezTo>
                      <a:pt x="14588" y="10540"/>
                      <a:pt x="16209" y="8108"/>
                      <a:pt x="16209" y="4864"/>
                    </a:cubicBezTo>
                    <a:cubicBezTo>
                      <a:pt x="16209" y="1621"/>
                      <a:pt x="12967" y="0"/>
                      <a:pt x="9726" y="0"/>
                    </a:cubicBezTo>
                    <a:lnTo>
                      <a:pt x="9726"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9" name="Google Shape;819;p9"/>
              <p:cNvSpPr/>
              <p:nvPr/>
            </p:nvSpPr>
            <p:spPr>
              <a:xfrm>
                <a:off x="6972117" y="2051118"/>
                <a:ext cx="217766" cy="382199"/>
              </a:xfrm>
              <a:custGeom>
                <a:rect b="b" l="l" r="r" t="t"/>
                <a:pathLst>
                  <a:path extrusionOk="0" h="382199" w="217766">
                    <a:moveTo>
                      <a:pt x="208291" y="3579"/>
                    </a:moveTo>
                    <a:cubicBezTo>
                      <a:pt x="207480" y="1957"/>
                      <a:pt x="205859" y="1147"/>
                      <a:pt x="204238" y="336"/>
                    </a:cubicBezTo>
                    <a:cubicBezTo>
                      <a:pt x="202617" y="-475"/>
                      <a:pt x="200997" y="336"/>
                      <a:pt x="199376" y="1147"/>
                    </a:cubicBezTo>
                    <a:lnTo>
                      <a:pt x="130486" y="43306"/>
                    </a:lnTo>
                    <a:lnTo>
                      <a:pt x="55923" y="43306"/>
                    </a:lnTo>
                    <a:cubicBezTo>
                      <a:pt x="52681" y="43306"/>
                      <a:pt x="50249" y="45738"/>
                      <a:pt x="50249" y="48981"/>
                    </a:cubicBezTo>
                    <a:cubicBezTo>
                      <a:pt x="50249" y="52224"/>
                      <a:pt x="52681" y="54656"/>
                      <a:pt x="55923" y="54656"/>
                    </a:cubicBezTo>
                    <a:lnTo>
                      <a:pt x="153989" y="54656"/>
                    </a:lnTo>
                    <a:cubicBezTo>
                      <a:pt x="153989" y="54656"/>
                      <a:pt x="154800" y="54656"/>
                      <a:pt x="154800" y="55467"/>
                    </a:cubicBezTo>
                    <a:lnTo>
                      <a:pt x="154800" y="137353"/>
                    </a:lnTo>
                    <a:cubicBezTo>
                      <a:pt x="154800" y="138164"/>
                      <a:pt x="141022" y="138974"/>
                      <a:pt x="140212" y="138974"/>
                    </a:cubicBezTo>
                    <a:cubicBezTo>
                      <a:pt x="132107" y="138974"/>
                      <a:pt x="123191" y="138974"/>
                      <a:pt x="115087" y="138164"/>
                    </a:cubicBezTo>
                    <a:cubicBezTo>
                      <a:pt x="115087" y="138164"/>
                      <a:pt x="115087" y="138164"/>
                      <a:pt x="114276" y="137353"/>
                    </a:cubicBezTo>
                    <a:lnTo>
                      <a:pt x="82668" y="105734"/>
                    </a:lnTo>
                    <a:cubicBezTo>
                      <a:pt x="80237" y="103301"/>
                      <a:pt x="76995" y="101680"/>
                      <a:pt x="73753" y="101680"/>
                    </a:cubicBezTo>
                    <a:cubicBezTo>
                      <a:pt x="70511" y="101680"/>
                      <a:pt x="67269" y="103301"/>
                      <a:pt x="64838" y="105734"/>
                    </a:cubicBezTo>
                    <a:lnTo>
                      <a:pt x="49439" y="121138"/>
                    </a:lnTo>
                    <a:cubicBezTo>
                      <a:pt x="42145" y="118705"/>
                      <a:pt x="35661" y="116273"/>
                      <a:pt x="28366" y="113030"/>
                    </a:cubicBezTo>
                    <a:cubicBezTo>
                      <a:pt x="22694" y="110598"/>
                      <a:pt x="17020" y="108976"/>
                      <a:pt x="11347" y="106544"/>
                    </a:cubicBezTo>
                    <a:lnTo>
                      <a:pt x="11347" y="54656"/>
                    </a:lnTo>
                    <a:cubicBezTo>
                      <a:pt x="11347" y="54656"/>
                      <a:pt x="11347" y="53845"/>
                      <a:pt x="12157" y="53845"/>
                    </a:cubicBezTo>
                    <a:lnTo>
                      <a:pt x="30798" y="53845"/>
                    </a:lnTo>
                    <a:cubicBezTo>
                      <a:pt x="34040" y="53845"/>
                      <a:pt x="36471" y="51413"/>
                      <a:pt x="36471" y="48170"/>
                    </a:cubicBezTo>
                    <a:cubicBezTo>
                      <a:pt x="36471" y="44927"/>
                      <a:pt x="34040" y="42495"/>
                      <a:pt x="30798" y="42495"/>
                    </a:cubicBezTo>
                    <a:lnTo>
                      <a:pt x="11347" y="42495"/>
                    </a:lnTo>
                    <a:cubicBezTo>
                      <a:pt x="4863" y="42495"/>
                      <a:pt x="0" y="47359"/>
                      <a:pt x="0" y="53845"/>
                    </a:cubicBezTo>
                    <a:lnTo>
                      <a:pt x="0" y="344905"/>
                    </a:lnTo>
                    <a:cubicBezTo>
                      <a:pt x="0" y="351391"/>
                      <a:pt x="4863" y="356256"/>
                      <a:pt x="11347" y="356256"/>
                    </a:cubicBezTo>
                    <a:lnTo>
                      <a:pt x="15399" y="356256"/>
                    </a:lnTo>
                    <a:lnTo>
                      <a:pt x="15399" y="370038"/>
                    </a:lnTo>
                    <a:cubicBezTo>
                      <a:pt x="15399" y="376524"/>
                      <a:pt x="21072" y="382200"/>
                      <a:pt x="27556" y="382200"/>
                    </a:cubicBezTo>
                    <a:lnTo>
                      <a:pt x="137780" y="382200"/>
                    </a:lnTo>
                    <a:cubicBezTo>
                      <a:pt x="144264" y="382200"/>
                      <a:pt x="149937" y="376524"/>
                      <a:pt x="149937" y="370038"/>
                    </a:cubicBezTo>
                    <a:lnTo>
                      <a:pt x="149937" y="356256"/>
                    </a:lnTo>
                    <a:lnTo>
                      <a:pt x="153989" y="356256"/>
                    </a:lnTo>
                    <a:cubicBezTo>
                      <a:pt x="160473" y="356256"/>
                      <a:pt x="165336" y="351391"/>
                      <a:pt x="165336" y="344905"/>
                    </a:cubicBezTo>
                    <a:lnTo>
                      <a:pt x="165336" y="101680"/>
                    </a:lnTo>
                    <a:cubicBezTo>
                      <a:pt x="172630" y="100058"/>
                      <a:pt x="179924" y="97626"/>
                      <a:pt x="186408" y="93572"/>
                    </a:cubicBezTo>
                    <a:cubicBezTo>
                      <a:pt x="201807" y="84654"/>
                      <a:pt x="212343" y="70060"/>
                      <a:pt x="216395" y="52224"/>
                    </a:cubicBezTo>
                    <a:cubicBezTo>
                      <a:pt x="219637" y="36820"/>
                      <a:pt x="217206" y="18983"/>
                      <a:pt x="208291" y="3579"/>
                    </a:cubicBezTo>
                    <a:lnTo>
                      <a:pt x="208291" y="3579"/>
                    </a:lnTo>
                    <a:close/>
                    <a:moveTo>
                      <a:pt x="39713" y="144649"/>
                    </a:moveTo>
                    <a:lnTo>
                      <a:pt x="71322" y="113030"/>
                    </a:lnTo>
                    <a:cubicBezTo>
                      <a:pt x="71322" y="113030"/>
                      <a:pt x="72132" y="112219"/>
                      <a:pt x="72132" y="112219"/>
                    </a:cubicBezTo>
                    <a:cubicBezTo>
                      <a:pt x="72132" y="112219"/>
                      <a:pt x="72942" y="112219"/>
                      <a:pt x="72942" y="113030"/>
                    </a:cubicBezTo>
                    <a:lnTo>
                      <a:pt x="104551" y="144649"/>
                    </a:lnTo>
                    <a:cubicBezTo>
                      <a:pt x="104551" y="144649"/>
                      <a:pt x="105361" y="145460"/>
                      <a:pt x="105361" y="145460"/>
                    </a:cubicBezTo>
                    <a:cubicBezTo>
                      <a:pt x="105361" y="145460"/>
                      <a:pt x="105361" y="146271"/>
                      <a:pt x="104551" y="146271"/>
                    </a:cubicBezTo>
                    <a:lnTo>
                      <a:pt x="72942" y="177890"/>
                    </a:lnTo>
                    <a:cubicBezTo>
                      <a:pt x="72942" y="177890"/>
                      <a:pt x="72132" y="178701"/>
                      <a:pt x="72132" y="178701"/>
                    </a:cubicBezTo>
                    <a:cubicBezTo>
                      <a:pt x="72132" y="178701"/>
                      <a:pt x="71322" y="178701"/>
                      <a:pt x="71322" y="177890"/>
                    </a:cubicBezTo>
                    <a:lnTo>
                      <a:pt x="39713" y="146271"/>
                    </a:lnTo>
                    <a:cubicBezTo>
                      <a:pt x="39713" y="146271"/>
                      <a:pt x="38903" y="145460"/>
                      <a:pt x="38903" y="145460"/>
                    </a:cubicBezTo>
                    <a:cubicBezTo>
                      <a:pt x="39713" y="145460"/>
                      <a:pt x="39713" y="145460"/>
                      <a:pt x="39713" y="144649"/>
                    </a:cubicBezTo>
                    <a:lnTo>
                      <a:pt x="39713" y="144649"/>
                    </a:lnTo>
                    <a:close/>
                    <a:moveTo>
                      <a:pt x="138591" y="371660"/>
                    </a:moveTo>
                    <a:cubicBezTo>
                      <a:pt x="138591" y="372471"/>
                      <a:pt x="137780" y="372471"/>
                      <a:pt x="137780" y="372471"/>
                    </a:cubicBezTo>
                    <a:lnTo>
                      <a:pt x="27556" y="372471"/>
                    </a:lnTo>
                    <a:cubicBezTo>
                      <a:pt x="26746" y="372471"/>
                      <a:pt x="26746" y="371660"/>
                      <a:pt x="26746" y="371660"/>
                    </a:cubicBezTo>
                    <a:lnTo>
                      <a:pt x="26746" y="357877"/>
                    </a:lnTo>
                    <a:lnTo>
                      <a:pt x="138591" y="357877"/>
                    </a:lnTo>
                    <a:lnTo>
                      <a:pt x="138591" y="371660"/>
                    </a:lnTo>
                    <a:close/>
                    <a:moveTo>
                      <a:pt x="153989" y="346527"/>
                    </a:moveTo>
                    <a:cubicBezTo>
                      <a:pt x="153989" y="346527"/>
                      <a:pt x="153989" y="346527"/>
                      <a:pt x="153989" y="346527"/>
                    </a:cubicBezTo>
                    <a:lnTo>
                      <a:pt x="11347" y="347337"/>
                    </a:lnTo>
                    <a:cubicBezTo>
                      <a:pt x="11347" y="347337"/>
                      <a:pt x="10536" y="347337"/>
                      <a:pt x="10536" y="346527"/>
                    </a:cubicBezTo>
                    <a:cubicBezTo>
                      <a:pt x="10536" y="346527"/>
                      <a:pt x="10536" y="130056"/>
                      <a:pt x="10536" y="130056"/>
                    </a:cubicBezTo>
                    <a:lnTo>
                      <a:pt x="10536" y="118705"/>
                    </a:lnTo>
                    <a:cubicBezTo>
                      <a:pt x="14589" y="120327"/>
                      <a:pt x="19451" y="121949"/>
                      <a:pt x="23504" y="123570"/>
                    </a:cubicBezTo>
                    <a:cubicBezTo>
                      <a:pt x="29177" y="126002"/>
                      <a:pt x="34040" y="127624"/>
                      <a:pt x="39713" y="129245"/>
                    </a:cubicBezTo>
                    <a:lnTo>
                      <a:pt x="32419" y="136542"/>
                    </a:lnTo>
                    <a:cubicBezTo>
                      <a:pt x="29987" y="138974"/>
                      <a:pt x="28366" y="142217"/>
                      <a:pt x="28366" y="145460"/>
                    </a:cubicBezTo>
                    <a:cubicBezTo>
                      <a:pt x="28366" y="148703"/>
                      <a:pt x="29987" y="151946"/>
                      <a:pt x="32419" y="154379"/>
                    </a:cubicBezTo>
                    <a:lnTo>
                      <a:pt x="64027" y="185998"/>
                    </a:lnTo>
                    <a:cubicBezTo>
                      <a:pt x="66459" y="188430"/>
                      <a:pt x="69701" y="190052"/>
                      <a:pt x="72942" y="190052"/>
                    </a:cubicBezTo>
                    <a:cubicBezTo>
                      <a:pt x="76184" y="190052"/>
                      <a:pt x="79426" y="188430"/>
                      <a:pt x="81858" y="185998"/>
                    </a:cubicBezTo>
                    <a:lnTo>
                      <a:pt x="113466" y="154379"/>
                    </a:lnTo>
                    <a:cubicBezTo>
                      <a:pt x="115087" y="152757"/>
                      <a:pt x="115898" y="151135"/>
                      <a:pt x="116708" y="148703"/>
                    </a:cubicBezTo>
                    <a:cubicBezTo>
                      <a:pt x="123191" y="149514"/>
                      <a:pt x="129675" y="149514"/>
                      <a:pt x="136159" y="149514"/>
                    </a:cubicBezTo>
                    <a:cubicBezTo>
                      <a:pt x="137780" y="149514"/>
                      <a:pt x="153989" y="148703"/>
                      <a:pt x="153989" y="147893"/>
                    </a:cubicBezTo>
                    <a:cubicBezTo>
                      <a:pt x="153989" y="147893"/>
                      <a:pt x="153989" y="154379"/>
                      <a:pt x="153989" y="154379"/>
                    </a:cubicBezTo>
                    <a:lnTo>
                      <a:pt x="153989" y="346527"/>
                    </a:lnTo>
                    <a:close/>
                    <a:moveTo>
                      <a:pt x="164526" y="40873"/>
                    </a:moveTo>
                    <a:cubicBezTo>
                      <a:pt x="163715" y="43306"/>
                      <a:pt x="162905" y="44927"/>
                      <a:pt x="161284" y="46549"/>
                    </a:cubicBezTo>
                    <a:cubicBezTo>
                      <a:pt x="158852" y="44927"/>
                      <a:pt x="156421" y="43306"/>
                      <a:pt x="153179" y="43306"/>
                    </a:cubicBezTo>
                    <a:lnTo>
                      <a:pt x="151558" y="43306"/>
                    </a:lnTo>
                    <a:lnTo>
                      <a:pt x="164526" y="36009"/>
                    </a:lnTo>
                    <a:lnTo>
                      <a:pt x="164526" y="36009"/>
                    </a:lnTo>
                    <a:cubicBezTo>
                      <a:pt x="164526" y="36820"/>
                      <a:pt x="164526" y="39252"/>
                      <a:pt x="164526" y="40873"/>
                    </a:cubicBezTo>
                    <a:lnTo>
                      <a:pt x="164526" y="40873"/>
                    </a:lnTo>
                    <a:close/>
                    <a:moveTo>
                      <a:pt x="205049" y="51413"/>
                    </a:moveTo>
                    <a:cubicBezTo>
                      <a:pt x="201807" y="66007"/>
                      <a:pt x="192892" y="78168"/>
                      <a:pt x="179924" y="85465"/>
                    </a:cubicBezTo>
                    <a:cubicBezTo>
                      <a:pt x="175062" y="88708"/>
                      <a:pt x="170199" y="90329"/>
                      <a:pt x="165336" y="91951"/>
                    </a:cubicBezTo>
                    <a:lnTo>
                      <a:pt x="165336" y="58710"/>
                    </a:lnTo>
                    <a:cubicBezTo>
                      <a:pt x="170199" y="55467"/>
                      <a:pt x="174251" y="49792"/>
                      <a:pt x="175062" y="44116"/>
                    </a:cubicBezTo>
                    <a:cubicBezTo>
                      <a:pt x="175872" y="39252"/>
                      <a:pt x="175872" y="34387"/>
                      <a:pt x="174251" y="30334"/>
                    </a:cubicBezTo>
                    <a:lnTo>
                      <a:pt x="200186" y="14119"/>
                    </a:lnTo>
                    <a:cubicBezTo>
                      <a:pt x="206670" y="24658"/>
                      <a:pt x="208291" y="38441"/>
                      <a:pt x="205049" y="51413"/>
                    </a:cubicBezTo>
                    <a:lnTo>
                      <a:pt x="205049" y="51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820" name="Google Shape;820;p9"/>
            <p:cNvSpPr/>
            <p:nvPr/>
          </p:nvSpPr>
          <p:spPr>
            <a:xfrm>
              <a:off x="7013757" y="2250279"/>
              <a:ext cx="100510" cy="103584"/>
            </a:xfrm>
            <a:custGeom>
              <a:rect b="b" l="l" r="r" t="t"/>
              <a:pathLst>
                <a:path extrusionOk="0" h="103584" w="100510">
                  <a:moveTo>
                    <a:pt x="92087" y="1430"/>
                  </a:moveTo>
                  <a:cubicBezTo>
                    <a:pt x="77498" y="-1813"/>
                    <a:pt x="62100" y="619"/>
                    <a:pt x="47511" y="7105"/>
                  </a:cubicBezTo>
                  <a:cubicBezTo>
                    <a:pt x="34543" y="12781"/>
                    <a:pt x="24818" y="20888"/>
                    <a:pt x="17524" y="29807"/>
                  </a:cubicBezTo>
                  <a:cubicBezTo>
                    <a:pt x="4556" y="46832"/>
                    <a:pt x="-1928" y="67101"/>
                    <a:pt x="504" y="86559"/>
                  </a:cubicBezTo>
                  <a:cubicBezTo>
                    <a:pt x="504" y="89802"/>
                    <a:pt x="1314" y="92234"/>
                    <a:pt x="2125" y="95477"/>
                  </a:cubicBezTo>
                  <a:cubicBezTo>
                    <a:pt x="2935" y="99531"/>
                    <a:pt x="6177" y="101963"/>
                    <a:pt x="9419" y="102774"/>
                  </a:cubicBezTo>
                  <a:cubicBezTo>
                    <a:pt x="13471" y="103585"/>
                    <a:pt x="17524" y="103585"/>
                    <a:pt x="21576" y="103585"/>
                  </a:cubicBezTo>
                  <a:cubicBezTo>
                    <a:pt x="21576" y="103585"/>
                    <a:pt x="22386" y="103585"/>
                    <a:pt x="22386" y="103585"/>
                  </a:cubicBezTo>
                  <a:cubicBezTo>
                    <a:pt x="42648" y="103585"/>
                    <a:pt x="63720" y="94667"/>
                    <a:pt x="77498" y="79262"/>
                  </a:cubicBezTo>
                  <a:cubicBezTo>
                    <a:pt x="80740" y="75209"/>
                    <a:pt x="83982" y="71155"/>
                    <a:pt x="87224" y="67101"/>
                  </a:cubicBezTo>
                  <a:cubicBezTo>
                    <a:pt x="88845" y="64669"/>
                    <a:pt x="88034" y="61426"/>
                    <a:pt x="85603" y="58993"/>
                  </a:cubicBezTo>
                  <a:cubicBezTo>
                    <a:pt x="83172" y="57372"/>
                    <a:pt x="79930" y="58183"/>
                    <a:pt x="77498" y="60615"/>
                  </a:cubicBezTo>
                  <a:cubicBezTo>
                    <a:pt x="75067" y="64669"/>
                    <a:pt x="71825" y="67912"/>
                    <a:pt x="69394" y="71155"/>
                  </a:cubicBezTo>
                  <a:cubicBezTo>
                    <a:pt x="57236" y="84127"/>
                    <a:pt x="39406" y="91424"/>
                    <a:pt x="22386" y="92234"/>
                  </a:cubicBezTo>
                  <a:cubicBezTo>
                    <a:pt x="19144" y="92234"/>
                    <a:pt x="15903" y="92234"/>
                    <a:pt x="12661" y="91424"/>
                  </a:cubicBezTo>
                  <a:cubicBezTo>
                    <a:pt x="11850" y="88991"/>
                    <a:pt x="11850" y="87370"/>
                    <a:pt x="11850" y="84938"/>
                  </a:cubicBezTo>
                  <a:cubicBezTo>
                    <a:pt x="10229" y="68723"/>
                    <a:pt x="15092" y="50886"/>
                    <a:pt x="26439" y="36293"/>
                  </a:cubicBezTo>
                  <a:cubicBezTo>
                    <a:pt x="32112" y="28996"/>
                    <a:pt x="41027" y="21699"/>
                    <a:pt x="52374" y="16834"/>
                  </a:cubicBezTo>
                  <a:cubicBezTo>
                    <a:pt x="64531" y="11159"/>
                    <a:pt x="76688" y="9538"/>
                    <a:pt x="88845" y="11970"/>
                  </a:cubicBezTo>
                  <a:cubicBezTo>
                    <a:pt x="90466" y="20078"/>
                    <a:pt x="90466" y="28996"/>
                    <a:pt x="88034" y="37914"/>
                  </a:cubicBezTo>
                  <a:cubicBezTo>
                    <a:pt x="87224" y="41157"/>
                    <a:pt x="88845" y="43589"/>
                    <a:pt x="92087" y="44400"/>
                  </a:cubicBezTo>
                  <a:cubicBezTo>
                    <a:pt x="95329" y="45211"/>
                    <a:pt x="97760" y="43589"/>
                    <a:pt x="98571" y="40346"/>
                  </a:cubicBezTo>
                  <a:cubicBezTo>
                    <a:pt x="101002" y="29807"/>
                    <a:pt x="101002" y="19267"/>
                    <a:pt x="99381" y="8727"/>
                  </a:cubicBezTo>
                  <a:cubicBezTo>
                    <a:pt x="99381" y="5484"/>
                    <a:pt x="96139" y="2241"/>
                    <a:pt x="92087" y="1430"/>
                  </a:cubicBezTo>
                  <a:lnTo>
                    <a:pt x="92087" y="14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1" name="Google Shape;821;p9"/>
            <p:cNvSpPr/>
            <p:nvPr/>
          </p:nvSpPr>
          <p:spPr>
            <a:xfrm>
              <a:off x="7038373" y="2275018"/>
              <a:ext cx="52275" cy="52901"/>
            </a:xfrm>
            <a:custGeom>
              <a:rect b="b" l="l" r="r" t="t"/>
              <a:pathLst>
                <a:path extrusionOk="0" h="52901" w="52275">
                  <a:moveTo>
                    <a:pt x="50452" y="1824"/>
                  </a:moveTo>
                  <a:cubicBezTo>
                    <a:pt x="48020" y="-608"/>
                    <a:pt x="44778" y="-608"/>
                    <a:pt x="42347" y="1824"/>
                  </a:cubicBezTo>
                  <a:lnTo>
                    <a:pt x="34242" y="9932"/>
                  </a:lnTo>
                  <a:lnTo>
                    <a:pt x="33432" y="5878"/>
                  </a:lnTo>
                  <a:cubicBezTo>
                    <a:pt x="33432" y="2635"/>
                    <a:pt x="30190" y="1013"/>
                    <a:pt x="26948" y="1013"/>
                  </a:cubicBezTo>
                  <a:cubicBezTo>
                    <a:pt x="23706" y="1013"/>
                    <a:pt x="22085" y="4256"/>
                    <a:pt x="22085" y="7499"/>
                  </a:cubicBezTo>
                  <a:lnTo>
                    <a:pt x="23706" y="19661"/>
                  </a:lnTo>
                  <a:lnTo>
                    <a:pt x="18033" y="25336"/>
                  </a:lnTo>
                  <a:lnTo>
                    <a:pt x="17223" y="21282"/>
                  </a:lnTo>
                  <a:cubicBezTo>
                    <a:pt x="17223" y="18039"/>
                    <a:pt x="13981" y="16418"/>
                    <a:pt x="10738" y="16418"/>
                  </a:cubicBezTo>
                  <a:cubicBezTo>
                    <a:pt x="7497" y="16418"/>
                    <a:pt x="5876" y="19661"/>
                    <a:pt x="5876" y="22904"/>
                  </a:cubicBezTo>
                  <a:lnTo>
                    <a:pt x="7497" y="35065"/>
                  </a:lnTo>
                  <a:lnTo>
                    <a:pt x="1823" y="43172"/>
                  </a:lnTo>
                  <a:cubicBezTo>
                    <a:pt x="-608" y="45605"/>
                    <a:pt x="-608" y="48848"/>
                    <a:pt x="1823" y="51280"/>
                  </a:cubicBezTo>
                  <a:cubicBezTo>
                    <a:pt x="2634" y="52091"/>
                    <a:pt x="4255" y="52901"/>
                    <a:pt x="5876" y="52901"/>
                  </a:cubicBezTo>
                  <a:cubicBezTo>
                    <a:pt x="7497" y="52901"/>
                    <a:pt x="9118" y="52091"/>
                    <a:pt x="9928" y="51280"/>
                  </a:cubicBezTo>
                  <a:lnTo>
                    <a:pt x="17223" y="43983"/>
                  </a:lnTo>
                  <a:lnTo>
                    <a:pt x="29380" y="45605"/>
                  </a:lnTo>
                  <a:cubicBezTo>
                    <a:pt x="29380" y="45605"/>
                    <a:pt x="30190" y="45605"/>
                    <a:pt x="30190" y="45605"/>
                  </a:cubicBezTo>
                  <a:cubicBezTo>
                    <a:pt x="32621" y="45605"/>
                    <a:pt x="35053" y="43172"/>
                    <a:pt x="35863" y="40740"/>
                  </a:cubicBezTo>
                  <a:cubicBezTo>
                    <a:pt x="35863" y="37497"/>
                    <a:pt x="34242" y="35065"/>
                    <a:pt x="31000" y="34254"/>
                  </a:cubicBezTo>
                  <a:lnTo>
                    <a:pt x="26948" y="33443"/>
                  </a:lnTo>
                  <a:lnTo>
                    <a:pt x="32621" y="27768"/>
                  </a:lnTo>
                  <a:lnTo>
                    <a:pt x="44778" y="29390"/>
                  </a:lnTo>
                  <a:cubicBezTo>
                    <a:pt x="44778" y="29390"/>
                    <a:pt x="45589" y="29390"/>
                    <a:pt x="45589" y="29390"/>
                  </a:cubicBezTo>
                  <a:cubicBezTo>
                    <a:pt x="48020" y="29390"/>
                    <a:pt x="50452" y="26957"/>
                    <a:pt x="51262" y="24525"/>
                  </a:cubicBezTo>
                  <a:cubicBezTo>
                    <a:pt x="51262" y="21282"/>
                    <a:pt x="49641" y="18850"/>
                    <a:pt x="46399" y="18039"/>
                  </a:cubicBezTo>
                  <a:lnTo>
                    <a:pt x="42347" y="17228"/>
                  </a:lnTo>
                  <a:lnTo>
                    <a:pt x="50452" y="9121"/>
                  </a:lnTo>
                  <a:cubicBezTo>
                    <a:pt x="52883" y="7499"/>
                    <a:pt x="52883" y="4256"/>
                    <a:pt x="50452" y="1824"/>
                  </a:cubicBezTo>
                  <a:lnTo>
                    <a:pt x="50452" y="182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2" name="Google Shape;822;p9"/>
            <p:cNvSpPr/>
            <p:nvPr/>
          </p:nvSpPr>
          <p:spPr>
            <a:xfrm>
              <a:off x="7086393" y="2214415"/>
              <a:ext cx="14588" cy="14593"/>
            </a:xfrm>
            <a:custGeom>
              <a:rect b="b" l="l" r="r" t="t"/>
              <a:pathLst>
                <a:path extrusionOk="0" h="14593" w="14588">
                  <a:moveTo>
                    <a:pt x="14588" y="7297"/>
                  </a:moveTo>
                  <a:cubicBezTo>
                    <a:pt x="14588" y="11351"/>
                    <a:pt x="11346" y="14594"/>
                    <a:pt x="7294" y="14594"/>
                  </a:cubicBezTo>
                  <a:cubicBezTo>
                    <a:pt x="3242" y="14594"/>
                    <a:pt x="0" y="11351"/>
                    <a:pt x="0" y="7297"/>
                  </a:cubicBezTo>
                  <a:cubicBezTo>
                    <a:pt x="0" y="3243"/>
                    <a:pt x="3242" y="0"/>
                    <a:pt x="7294" y="0"/>
                  </a:cubicBezTo>
                  <a:cubicBezTo>
                    <a:pt x="11346" y="0"/>
                    <a:pt x="14588" y="3243"/>
                    <a:pt x="14588" y="7297"/>
                  </a:cubicBezTo>
                  <a:lnTo>
                    <a:pt x="14588" y="7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3" name="Google Shape;823;p9"/>
            <p:cNvSpPr/>
            <p:nvPr/>
          </p:nvSpPr>
          <p:spPr>
            <a:xfrm>
              <a:off x="7010209" y="2242791"/>
              <a:ext cx="14588" cy="14593"/>
            </a:xfrm>
            <a:custGeom>
              <a:rect b="b" l="l" r="r" t="t"/>
              <a:pathLst>
                <a:path extrusionOk="0" h="14593" w="14588">
                  <a:moveTo>
                    <a:pt x="14588" y="7297"/>
                  </a:moveTo>
                  <a:cubicBezTo>
                    <a:pt x="14588" y="11351"/>
                    <a:pt x="11347" y="14594"/>
                    <a:pt x="7294" y="14594"/>
                  </a:cubicBezTo>
                  <a:cubicBezTo>
                    <a:pt x="3242" y="14594"/>
                    <a:pt x="0" y="11351"/>
                    <a:pt x="0" y="7297"/>
                  </a:cubicBezTo>
                  <a:cubicBezTo>
                    <a:pt x="0" y="3243"/>
                    <a:pt x="3242" y="0"/>
                    <a:pt x="7294" y="0"/>
                  </a:cubicBezTo>
                  <a:cubicBezTo>
                    <a:pt x="11347" y="0"/>
                    <a:pt x="14588" y="3243"/>
                    <a:pt x="14588" y="7297"/>
                  </a:cubicBezTo>
                  <a:lnTo>
                    <a:pt x="14588" y="7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4" name="Google Shape;824;p9"/>
            <p:cNvSpPr/>
            <p:nvPr/>
          </p:nvSpPr>
          <p:spPr>
            <a:xfrm>
              <a:off x="7079099" y="2357918"/>
              <a:ext cx="14588" cy="14593"/>
            </a:xfrm>
            <a:custGeom>
              <a:rect b="b" l="l" r="r" t="t"/>
              <a:pathLst>
                <a:path extrusionOk="0" h="14593" w="14588">
                  <a:moveTo>
                    <a:pt x="14588" y="7297"/>
                  </a:moveTo>
                  <a:cubicBezTo>
                    <a:pt x="14588" y="11351"/>
                    <a:pt x="11347" y="14594"/>
                    <a:pt x="7294" y="14594"/>
                  </a:cubicBezTo>
                  <a:cubicBezTo>
                    <a:pt x="3242" y="14594"/>
                    <a:pt x="0" y="11351"/>
                    <a:pt x="0" y="7297"/>
                  </a:cubicBezTo>
                  <a:cubicBezTo>
                    <a:pt x="0" y="3243"/>
                    <a:pt x="3242" y="0"/>
                    <a:pt x="7294" y="0"/>
                  </a:cubicBezTo>
                  <a:cubicBezTo>
                    <a:pt x="11347" y="0"/>
                    <a:pt x="14588" y="3243"/>
                    <a:pt x="14588" y="7297"/>
                  </a:cubicBezTo>
                  <a:lnTo>
                    <a:pt x="14588" y="7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5" name="Google Shape;825;p9"/>
            <p:cNvSpPr/>
            <p:nvPr/>
          </p:nvSpPr>
          <p:spPr>
            <a:xfrm>
              <a:off x="6998862" y="2269546"/>
              <a:ext cx="14588" cy="14593"/>
            </a:xfrm>
            <a:custGeom>
              <a:rect b="b" l="l" r="r" t="t"/>
              <a:pathLst>
                <a:path extrusionOk="0" h="14593" w="14588">
                  <a:moveTo>
                    <a:pt x="14588" y="7297"/>
                  </a:moveTo>
                  <a:cubicBezTo>
                    <a:pt x="14588" y="11350"/>
                    <a:pt x="11346" y="14594"/>
                    <a:pt x="7294" y="14594"/>
                  </a:cubicBezTo>
                  <a:cubicBezTo>
                    <a:pt x="3242" y="14594"/>
                    <a:pt x="0" y="11350"/>
                    <a:pt x="0" y="7297"/>
                  </a:cubicBezTo>
                  <a:cubicBezTo>
                    <a:pt x="0" y="3243"/>
                    <a:pt x="3242" y="0"/>
                    <a:pt x="7294" y="0"/>
                  </a:cubicBezTo>
                  <a:cubicBezTo>
                    <a:pt x="11346" y="0"/>
                    <a:pt x="14588" y="3243"/>
                    <a:pt x="14588" y="7297"/>
                  </a:cubicBezTo>
                  <a:lnTo>
                    <a:pt x="14588" y="7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26" name="Google Shape;826;p9"/>
          <p:cNvGrpSpPr/>
          <p:nvPr/>
        </p:nvGrpSpPr>
        <p:grpSpPr>
          <a:xfrm>
            <a:off x="4453352" y="1729717"/>
            <a:ext cx="237296" cy="457196"/>
            <a:chOff x="3709978" y="3240015"/>
            <a:chExt cx="199375" cy="384295"/>
          </a:xfrm>
        </p:grpSpPr>
        <p:sp>
          <p:nvSpPr>
            <p:cNvPr id="827" name="Google Shape;827;p9"/>
            <p:cNvSpPr/>
            <p:nvPr/>
          </p:nvSpPr>
          <p:spPr>
            <a:xfrm>
              <a:off x="3836411" y="3245690"/>
              <a:ext cx="34850" cy="23511"/>
            </a:xfrm>
            <a:custGeom>
              <a:rect b="b" l="l" r="r" t="t"/>
              <a:pathLst>
                <a:path extrusionOk="0" h="23511" w="34850">
                  <a:moveTo>
                    <a:pt x="34850" y="23512"/>
                  </a:moveTo>
                  <a:lnTo>
                    <a:pt x="0" y="23512"/>
                  </a:lnTo>
                  <a:lnTo>
                    <a:pt x="0" y="12161"/>
                  </a:lnTo>
                  <a:cubicBezTo>
                    <a:pt x="0" y="5675"/>
                    <a:pt x="5673" y="0"/>
                    <a:pt x="12157" y="0"/>
                  </a:cubicBezTo>
                  <a:lnTo>
                    <a:pt x="22693" y="0"/>
                  </a:lnTo>
                  <a:cubicBezTo>
                    <a:pt x="29177" y="0"/>
                    <a:pt x="34850" y="5675"/>
                    <a:pt x="34850" y="12161"/>
                  </a:cubicBezTo>
                  <a:lnTo>
                    <a:pt x="34850" y="23512"/>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8" name="Google Shape;828;p9"/>
            <p:cNvSpPr/>
            <p:nvPr/>
          </p:nvSpPr>
          <p:spPr>
            <a:xfrm>
              <a:off x="3720514" y="3300010"/>
              <a:ext cx="178303" cy="317814"/>
            </a:xfrm>
            <a:custGeom>
              <a:rect b="b" l="l" r="r" t="t"/>
              <a:pathLst>
                <a:path extrusionOk="0" h="317814" w="178303">
                  <a:moveTo>
                    <a:pt x="162904" y="0"/>
                  </a:moveTo>
                  <a:lnTo>
                    <a:pt x="16209" y="0"/>
                  </a:lnTo>
                  <a:lnTo>
                    <a:pt x="0" y="37295"/>
                  </a:lnTo>
                  <a:lnTo>
                    <a:pt x="0" y="280520"/>
                  </a:lnTo>
                  <a:lnTo>
                    <a:pt x="14588" y="313760"/>
                  </a:lnTo>
                  <a:cubicBezTo>
                    <a:pt x="15399" y="316193"/>
                    <a:pt x="17830" y="317814"/>
                    <a:pt x="20262" y="317814"/>
                  </a:cubicBezTo>
                  <a:lnTo>
                    <a:pt x="158042" y="317814"/>
                  </a:lnTo>
                  <a:cubicBezTo>
                    <a:pt x="160473" y="317814"/>
                    <a:pt x="162904" y="316193"/>
                    <a:pt x="163715" y="313760"/>
                  </a:cubicBezTo>
                  <a:lnTo>
                    <a:pt x="178303" y="280520"/>
                  </a:lnTo>
                  <a:lnTo>
                    <a:pt x="178303" y="37295"/>
                  </a:lnTo>
                  <a:lnTo>
                    <a:pt x="162904"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9" name="Google Shape;829;p9"/>
            <p:cNvSpPr/>
            <p:nvPr/>
          </p:nvSpPr>
          <p:spPr>
            <a:xfrm>
              <a:off x="3716462" y="3269202"/>
              <a:ext cx="188028" cy="30808"/>
            </a:xfrm>
            <a:custGeom>
              <a:rect b="b" l="l" r="r" t="t"/>
              <a:pathLst>
                <a:path extrusionOk="0" h="30808" w="188028">
                  <a:moveTo>
                    <a:pt x="172630" y="30809"/>
                  </a:moveTo>
                  <a:lnTo>
                    <a:pt x="15399" y="30809"/>
                  </a:lnTo>
                  <a:cubicBezTo>
                    <a:pt x="6484" y="30809"/>
                    <a:pt x="0" y="23512"/>
                    <a:pt x="0" y="15404"/>
                  </a:cubicBezTo>
                  <a:cubicBezTo>
                    <a:pt x="0" y="6486"/>
                    <a:pt x="7294" y="0"/>
                    <a:pt x="15399" y="0"/>
                  </a:cubicBezTo>
                  <a:lnTo>
                    <a:pt x="172630" y="0"/>
                  </a:lnTo>
                  <a:cubicBezTo>
                    <a:pt x="181545" y="0"/>
                    <a:pt x="188029" y="7297"/>
                    <a:pt x="188029" y="15404"/>
                  </a:cubicBezTo>
                  <a:cubicBezTo>
                    <a:pt x="188029" y="24323"/>
                    <a:pt x="180735" y="30809"/>
                    <a:pt x="172630" y="30809"/>
                  </a:cubicBezTo>
                  <a:lnTo>
                    <a:pt x="172630" y="30809"/>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0" name="Google Shape;830;p9"/>
            <p:cNvSpPr/>
            <p:nvPr/>
          </p:nvSpPr>
          <p:spPr>
            <a:xfrm>
              <a:off x="3721325" y="3337305"/>
              <a:ext cx="178303" cy="243225"/>
            </a:xfrm>
            <a:custGeom>
              <a:rect b="b" l="l" r="r" t="t"/>
              <a:pathLst>
                <a:path extrusionOk="0" h="243225" w="178303">
                  <a:moveTo>
                    <a:pt x="0" y="0"/>
                  </a:moveTo>
                  <a:lnTo>
                    <a:pt x="178303" y="0"/>
                  </a:lnTo>
                  <a:lnTo>
                    <a:pt x="178303" y="243225"/>
                  </a:lnTo>
                  <a:lnTo>
                    <a:pt x="0" y="243225"/>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1" name="Google Shape;831;p9"/>
            <p:cNvSpPr/>
            <p:nvPr/>
          </p:nvSpPr>
          <p:spPr>
            <a:xfrm>
              <a:off x="3745639" y="3338115"/>
              <a:ext cx="128054" cy="243225"/>
            </a:xfrm>
            <a:custGeom>
              <a:rect b="b" l="l" r="r" t="t"/>
              <a:pathLst>
                <a:path extrusionOk="0" h="243225" w="128054">
                  <a:moveTo>
                    <a:pt x="0" y="242415"/>
                  </a:moveTo>
                  <a:cubicBezTo>
                    <a:pt x="28366" y="232686"/>
                    <a:pt x="42955" y="200256"/>
                    <a:pt x="46197" y="170258"/>
                  </a:cubicBezTo>
                  <a:cubicBezTo>
                    <a:pt x="49439" y="140260"/>
                    <a:pt x="44576" y="109451"/>
                    <a:pt x="46197" y="79454"/>
                  </a:cubicBezTo>
                  <a:cubicBezTo>
                    <a:pt x="47818" y="51888"/>
                    <a:pt x="56733" y="24323"/>
                    <a:pt x="70511" y="0"/>
                  </a:cubicBezTo>
                  <a:lnTo>
                    <a:pt x="128054" y="0"/>
                  </a:lnTo>
                  <a:cubicBezTo>
                    <a:pt x="114276" y="24323"/>
                    <a:pt x="106172" y="51888"/>
                    <a:pt x="103740" y="79454"/>
                  </a:cubicBezTo>
                  <a:cubicBezTo>
                    <a:pt x="101309" y="114316"/>
                    <a:pt x="103740" y="148368"/>
                    <a:pt x="100498" y="183230"/>
                  </a:cubicBezTo>
                  <a:cubicBezTo>
                    <a:pt x="98877" y="207552"/>
                    <a:pt x="89962" y="234307"/>
                    <a:pt x="65648" y="243225"/>
                  </a:cubicBezTo>
                  <a:lnTo>
                    <a:pt x="0" y="243225"/>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2" name="Google Shape;832;p9"/>
            <p:cNvSpPr/>
            <p:nvPr/>
          </p:nvSpPr>
          <p:spPr>
            <a:xfrm>
              <a:off x="3709978" y="3240015"/>
              <a:ext cx="199375" cy="384295"/>
            </a:xfrm>
            <a:custGeom>
              <a:rect b="b" l="l" r="r" t="t"/>
              <a:pathLst>
                <a:path extrusionOk="0" h="384295" w="199375">
                  <a:moveTo>
                    <a:pt x="181545" y="65671"/>
                  </a:moveTo>
                  <a:cubicBezTo>
                    <a:pt x="192081" y="64049"/>
                    <a:pt x="199375" y="55131"/>
                    <a:pt x="199375" y="44591"/>
                  </a:cubicBezTo>
                  <a:cubicBezTo>
                    <a:pt x="199375" y="33241"/>
                    <a:pt x="189650" y="23512"/>
                    <a:pt x="178303" y="23512"/>
                  </a:cubicBezTo>
                  <a:lnTo>
                    <a:pt x="166146" y="23512"/>
                  </a:lnTo>
                  <a:lnTo>
                    <a:pt x="166146" y="17836"/>
                  </a:lnTo>
                  <a:cubicBezTo>
                    <a:pt x="166146" y="8108"/>
                    <a:pt x="158042" y="0"/>
                    <a:pt x="148316" y="0"/>
                  </a:cubicBezTo>
                  <a:lnTo>
                    <a:pt x="137780" y="0"/>
                  </a:lnTo>
                  <a:cubicBezTo>
                    <a:pt x="128054" y="0"/>
                    <a:pt x="119949" y="8108"/>
                    <a:pt x="119949" y="17836"/>
                  </a:cubicBezTo>
                  <a:lnTo>
                    <a:pt x="119949" y="23512"/>
                  </a:lnTo>
                  <a:lnTo>
                    <a:pt x="57543" y="23512"/>
                  </a:lnTo>
                  <a:cubicBezTo>
                    <a:pt x="54301" y="23512"/>
                    <a:pt x="51870" y="25944"/>
                    <a:pt x="51870" y="29187"/>
                  </a:cubicBezTo>
                  <a:cubicBezTo>
                    <a:pt x="51870" y="32430"/>
                    <a:pt x="54301" y="34862"/>
                    <a:pt x="57543" y="34862"/>
                  </a:cubicBezTo>
                  <a:lnTo>
                    <a:pt x="178303" y="34862"/>
                  </a:lnTo>
                  <a:cubicBezTo>
                    <a:pt x="183977" y="34862"/>
                    <a:pt x="188029" y="39727"/>
                    <a:pt x="188029" y="44591"/>
                  </a:cubicBezTo>
                  <a:cubicBezTo>
                    <a:pt x="188029" y="50266"/>
                    <a:pt x="183166" y="54320"/>
                    <a:pt x="178303" y="54320"/>
                  </a:cubicBezTo>
                  <a:lnTo>
                    <a:pt x="21072" y="54320"/>
                  </a:lnTo>
                  <a:cubicBezTo>
                    <a:pt x="15399" y="54320"/>
                    <a:pt x="11347" y="49456"/>
                    <a:pt x="11347" y="44591"/>
                  </a:cubicBezTo>
                  <a:cubicBezTo>
                    <a:pt x="11347" y="38916"/>
                    <a:pt x="16209" y="34862"/>
                    <a:pt x="21072" y="34862"/>
                  </a:cubicBezTo>
                  <a:lnTo>
                    <a:pt x="31608" y="34862"/>
                  </a:lnTo>
                  <a:cubicBezTo>
                    <a:pt x="34850" y="34862"/>
                    <a:pt x="37282" y="32430"/>
                    <a:pt x="37282" y="29187"/>
                  </a:cubicBezTo>
                  <a:cubicBezTo>
                    <a:pt x="37282" y="25944"/>
                    <a:pt x="34850" y="23512"/>
                    <a:pt x="31608" y="23512"/>
                  </a:cubicBezTo>
                  <a:lnTo>
                    <a:pt x="21072" y="23512"/>
                  </a:lnTo>
                  <a:cubicBezTo>
                    <a:pt x="9726" y="23512"/>
                    <a:pt x="0" y="33241"/>
                    <a:pt x="0" y="44591"/>
                  </a:cubicBezTo>
                  <a:cubicBezTo>
                    <a:pt x="0" y="55131"/>
                    <a:pt x="8105" y="64049"/>
                    <a:pt x="17830" y="65671"/>
                  </a:cubicBezTo>
                  <a:lnTo>
                    <a:pt x="4863" y="95669"/>
                  </a:lnTo>
                  <a:cubicBezTo>
                    <a:pt x="4863" y="96479"/>
                    <a:pt x="4052" y="97290"/>
                    <a:pt x="4052" y="98101"/>
                  </a:cubicBezTo>
                  <a:lnTo>
                    <a:pt x="4052" y="341326"/>
                  </a:lnTo>
                  <a:cubicBezTo>
                    <a:pt x="4052" y="342137"/>
                    <a:pt x="4052" y="342948"/>
                    <a:pt x="4863" y="343758"/>
                  </a:cubicBezTo>
                  <a:lnTo>
                    <a:pt x="19451" y="376999"/>
                  </a:lnTo>
                  <a:cubicBezTo>
                    <a:pt x="21072" y="381053"/>
                    <a:pt x="25935" y="384296"/>
                    <a:pt x="30798" y="384296"/>
                  </a:cubicBezTo>
                  <a:lnTo>
                    <a:pt x="168578" y="384296"/>
                  </a:lnTo>
                  <a:cubicBezTo>
                    <a:pt x="173440" y="384296"/>
                    <a:pt x="177493" y="381053"/>
                    <a:pt x="179924" y="376999"/>
                  </a:cubicBezTo>
                  <a:lnTo>
                    <a:pt x="194513" y="343758"/>
                  </a:lnTo>
                  <a:cubicBezTo>
                    <a:pt x="194513" y="342948"/>
                    <a:pt x="195323" y="342137"/>
                    <a:pt x="195323" y="341326"/>
                  </a:cubicBezTo>
                  <a:lnTo>
                    <a:pt x="195323" y="98101"/>
                  </a:lnTo>
                  <a:cubicBezTo>
                    <a:pt x="195323" y="97290"/>
                    <a:pt x="195323" y="96479"/>
                    <a:pt x="194513" y="95669"/>
                  </a:cubicBezTo>
                  <a:lnTo>
                    <a:pt x="181545" y="65671"/>
                  </a:lnTo>
                  <a:close/>
                  <a:moveTo>
                    <a:pt x="155610" y="23512"/>
                  </a:moveTo>
                  <a:lnTo>
                    <a:pt x="132106" y="23512"/>
                  </a:lnTo>
                  <a:lnTo>
                    <a:pt x="132106" y="17836"/>
                  </a:lnTo>
                  <a:cubicBezTo>
                    <a:pt x="132106" y="14593"/>
                    <a:pt x="134538" y="11350"/>
                    <a:pt x="138590" y="11350"/>
                  </a:cubicBezTo>
                  <a:lnTo>
                    <a:pt x="149126" y="11350"/>
                  </a:lnTo>
                  <a:cubicBezTo>
                    <a:pt x="152368" y="11350"/>
                    <a:pt x="155610" y="14593"/>
                    <a:pt x="155610" y="17836"/>
                  </a:cubicBezTo>
                  <a:lnTo>
                    <a:pt x="155610" y="23512"/>
                  </a:lnTo>
                  <a:close/>
                  <a:moveTo>
                    <a:pt x="30798" y="65671"/>
                  </a:moveTo>
                  <a:lnTo>
                    <a:pt x="169388" y="65671"/>
                  </a:lnTo>
                  <a:lnTo>
                    <a:pt x="180735" y="91615"/>
                  </a:lnTo>
                  <a:lnTo>
                    <a:pt x="19451" y="91615"/>
                  </a:lnTo>
                  <a:lnTo>
                    <a:pt x="30798" y="65671"/>
                  </a:lnTo>
                  <a:close/>
                  <a:moveTo>
                    <a:pt x="16209" y="102965"/>
                  </a:moveTo>
                  <a:lnTo>
                    <a:pt x="96446" y="102965"/>
                  </a:lnTo>
                  <a:cubicBezTo>
                    <a:pt x="85099" y="125666"/>
                    <a:pt x="77805" y="150799"/>
                    <a:pt x="76184" y="176744"/>
                  </a:cubicBezTo>
                  <a:cubicBezTo>
                    <a:pt x="75374" y="191337"/>
                    <a:pt x="76184" y="205120"/>
                    <a:pt x="76184" y="219713"/>
                  </a:cubicBezTo>
                  <a:cubicBezTo>
                    <a:pt x="76995" y="235928"/>
                    <a:pt x="77805" y="252143"/>
                    <a:pt x="76184" y="268358"/>
                  </a:cubicBezTo>
                  <a:cubicBezTo>
                    <a:pt x="74563" y="283763"/>
                    <a:pt x="69700" y="298356"/>
                    <a:pt x="63217" y="309707"/>
                  </a:cubicBezTo>
                  <a:cubicBezTo>
                    <a:pt x="55922" y="322679"/>
                    <a:pt x="46197" y="330786"/>
                    <a:pt x="34040" y="335651"/>
                  </a:cubicBezTo>
                  <a:lnTo>
                    <a:pt x="15399" y="335651"/>
                  </a:lnTo>
                  <a:lnTo>
                    <a:pt x="15399" y="102965"/>
                  </a:lnTo>
                  <a:close/>
                  <a:moveTo>
                    <a:pt x="170199" y="371324"/>
                  </a:moveTo>
                  <a:cubicBezTo>
                    <a:pt x="170199" y="372135"/>
                    <a:pt x="169388" y="372135"/>
                    <a:pt x="170199" y="371324"/>
                  </a:cubicBezTo>
                  <a:lnTo>
                    <a:pt x="31608" y="372135"/>
                  </a:lnTo>
                  <a:cubicBezTo>
                    <a:pt x="31608" y="372135"/>
                    <a:pt x="30798" y="372135"/>
                    <a:pt x="30798" y="371324"/>
                  </a:cubicBezTo>
                  <a:lnTo>
                    <a:pt x="19451" y="346191"/>
                  </a:lnTo>
                  <a:lnTo>
                    <a:pt x="180735" y="346191"/>
                  </a:lnTo>
                  <a:lnTo>
                    <a:pt x="170199" y="371324"/>
                  </a:lnTo>
                  <a:close/>
                  <a:moveTo>
                    <a:pt x="183977" y="334840"/>
                  </a:moveTo>
                  <a:lnTo>
                    <a:pt x="122381" y="334840"/>
                  </a:lnTo>
                  <a:cubicBezTo>
                    <a:pt x="132106" y="325111"/>
                    <a:pt x="139401" y="310518"/>
                    <a:pt x="141832" y="291870"/>
                  </a:cubicBezTo>
                  <a:cubicBezTo>
                    <a:pt x="142643" y="288627"/>
                    <a:pt x="140211" y="286195"/>
                    <a:pt x="136969" y="285384"/>
                  </a:cubicBezTo>
                  <a:cubicBezTo>
                    <a:pt x="133727" y="284573"/>
                    <a:pt x="131296" y="287006"/>
                    <a:pt x="130485" y="290249"/>
                  </a:cubicBezTo>
                  <a:cubicBezTo>
                    <a:pt x="126433" y="314571"/>
                    <a:pt x="116708" y="329165"/>
                    <a:pt x="101309" y="335651"/>
                  </a:cubicBezTo>
                  <a:lnTo>
                    <a:pt x="56733" y="335651"/>
                  </a:lnTo>
                  <a:cubicBezTo>
                    <a:pt x="63217" y="329975"/>
                    <a:pt x="68890" y="323490"/>
                    <a:pt x="72942" y="315382"/>
                  </a:cubicBezTo>
                  <a:cubicBezTo>
                    <a:pt x="81047" y="302410"/>
                    <a:pt x="85910" y="286195"/>
                    <a:pt x="87531" y="269169"/>
                  </a:cubicBezTo>
                  <a:cubicBezTo>
                    <a:pt x="89152" y="252143"/>
                    <a:pt x="88341" y="235118"/>
                    <a:pt x="87531" y="218903"/>
                  </a:cubicBezTo>
                  <a:cubicBezTo>
                    <a:pt x="86720" y="205120"/>
                    <a:pt x="85910" y="191337"/>
                    <a:pt x="87531" y="177554"/>
                  </a:cubicBezTo>
                  <a:cubicBezTo>
                    <a:pt x="89152" y="151610"/>
                    <a:pt x="96446" y="125666"/>
                    <a:pt x="109413" y="102965"/>
                  </a:cubicBezTo>
                  <a:lnTo>
                    <a:pt x="154800" y="102965"/>
                  </a:lnTo>
                  <a:cubicBezTo>
                    <a:pt x="143453" y="125666"/>
                    <a:pt x="136159" y="150799"/>
                    <a:pt x="134538" y="176744"/>
                  </a:cubicBezTo>
                  <a:cubicBezTo>
                    <a:pt x="133727" y="193769"/>
                    <a:pt x="133727" y="209984"/>
                    <a:pt x="132917" y="226199"/>
                  </a:cubicBezTo>
                  <a:cubicBezTo>
                    <a:pt x="132917" y="238361"/>
                    <a:pt x="132917" y="251333"/>
                    <a:pt x="132106" y="263494"/>
                  </a:cubicBezTo>
                  <a:cubicBezTo>
                    <a:pt x="132106" y="266737"/>
                    <a:pt x="134538" y="269169"/>
                    <a:pt x="137780" y="269169"/>
                  </a:cubicBezTo>
                  <a:cubicBezTo>
                    <a:pt x="141022" y="269169"/>
                    <a:pt x="143453" y="266737"/>
                    <a:pt x="143453" y="263494"/>
                  </a:cubicBezTo>
                  <a:cubicBezTo>
                    <a:pt x="144263" y="250522"/>
                    <a:pt x="144263" y="238361"/>
                    <a:pt x="144263" y="225389"/>
                  </a:cubicBezTo>
                  <a:cubicBezTo>
                    <a:pt x="144263" y="209174"/>
                    <a:pt x="144263" y="192959"/>
                    <a:pt x="145884" y="176744"/>
                  </a:cubicBezTo>
                  <a:cubicBezTo>
                    <a:pt x="147505" y="150799"/>
                    <a:pt x="154800" y="124856"/>
                    <a:pt x="167767" y="102154"/>
                  </a:cubicBezTo>
                  <a:lnTo>
                    <a:pt x="183977" y="102154"/>
                  </a:lnTo>
                  <a:lnTo>
                    <a:pt x="183977" y="3348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833" name="Google Shape;833;p9"/>
          <p:cNvGrpSpPr/>
          <p:nvPr/>
        </p:nvGrpSpPr>
        <p:grpSpPr>
          <a:xfrm>
            <a:off x="1747203" y="1730211"/>
            <a:ext cx="151949" cy="456232"/>
            <a:chOff x="5674555" y="3239204"/>
            <a:chExt cx="127667" cy="383485"/>
          </a:xfrm>
        </p:grpSpPr>
        <p:sp>
          <p:nvSpPr>
            <p:cNvPr id="834" name="Google Shape;834;p9"/>
            <p:cNvSpPr/>
            <p:nvPr/>
          </p:nvSpPr>
          <p:spPr>
            <a:xfrm>
              <a:off x="5683471" y="3274066"/>
              <a:ext cx="112655" cy="343758"/>
            </a:xfrm>
            <a:custGeom>
              <a:rect b="b" l="l" r="r" t="t"/>
              <a:pathLst>
                <a:path extrusionOk="0" h="343758" w="112655">
                  <a:moveTo>
                    <a:pt x="88341" y="78643"/>
                  </a:moveTo>
                  <a:cubicBezTo>
                    <a:pt x="87531" y="48645"/>
                    <a:pt x="84289" y="0"/>
                    <a:pt x="84289" y="0"/>
                  </a:cubicBezTo>
                  <a:lnTo>
                    <a:pt x="29987" y="0"/>
                  </a:lnTo>
                  <a:cubicBezTo>
                    <a:pt x="29987" y="0"/>
                    <a:pt x="25935" y="48645"/>
                    <a:pt x="25935" y="78643"/>
                  </a:cubicBezTo>
                  <a:cubicBezTo>
                    <a:pt x="25935" y="85940"/>
                    <a:pt x="23504" y="93236"/>
                    <a:pt x="19451" y="99723"/>
                  </a:cubicBezTo>
                  <a:lnTo>
                    <a:pt x="6484" y="119180"/>
                  </a:lnTo>
                  <a:cubicBezTo>
                    <a:pt x="2431" y="125666"/>
                    <a:pt x="0" y="132963"/>
                    <a:pt x="0" y="141071"/>
                  </a:cubicBezTo>
                  <a:lnTo>
                    <a:pt x="0" y="324300"/>
                  </a:lnTo>
                  <a:cubicBezTo>
                    <a:pt x="0" y="334840"/>
                    <a:pt x="8915" y="343758"/>
                    <a:pt x="19451" y="343758"/>
                  </a:cubicBezTo>
                  <a:lnTo>
                    <a:pt x="93204" y="343758"/>
                  </a:lnTo>
                  <a:cubicBezTo>
                    <a:pt x="103740" y="343758"/>
                    <a:pt x="112655" y="334840"/>
                    <a:pt x="112655" y="324300"/>
                  </a:cubicBezTo>
                  <a:lnTo>
                    <a:pt x="112655" y="141071"/>
                  </a:lnTo>
                  <a:cubicBezTo>
                    <a:pt x="112655" y="132963"/>
                    <a:pt x="110224" y="125666"/>
                    <a:pt x="106172" y="119180"/>
                  </a:cubicBezTo>
                  <a:lnTo>
                    <a:pt x="93204" y="99723"/>
                  </a:lnTo>
                  <a:cubicBezTo>
                    <a:pt x="89962" y="93236"/>
                    <a:pt x="88341" y="85940"/>
                    <a:pt x="88341" y="78643"/>
                  </a:cubicBezTo>
                  <a:lnTo>
                    <a:pt x="88341" y="7864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5" name="Google Shape;835;p9"/>
            <p:cNvSpPr/>
            <p:nvPr/>
          </p:nvSpPr>
          <p:spPr>
            <a:xfrm>
              <a:off x="5683471" y="3330819"/>
              <a:ext cx="113465" cy="287005"/>
            </a:xfrm>
            <a:custGeom>
              <a:rect b="b" l="l" r="r" t="t"/>
              <a:pathLst>
                <a:path extrusionOk="0" h="287005" w="113465">
                  <a:moveTo>
                    <a:pt x="113466" y="84318"/>
                  </a:moveTo>
                  <a:lnTo>
                    <a:pt x="113466" y="267548"/>
                  </a:lnTo>
                  <a:cubicBezTo>
                    <a:pt x="113466" y="278088"/>
                    <a:pt x="104550" y="287006"/>
                    <a:pt x="94014" y="287006"/>
                  </a:cubicBezTo>
                  <a:lnTo>
                    <a:pt x="19451" y="287006"/>
                  </a:lnTo>
                  <a:cubicBezTo>
                    <a:pt x="8915" y="287006"/>
                    <a:pt x="0" y="278088"/>
                    <a:pt x="0" y="267548"/>
                  </a:cubicBezTo>
                  <a:lnTo>
                    <a:pt x="0" y="84318"/>
                  </a:lnTo>
                  <a:cubicBezTo>
                    <a:pt x="0" y="76211"/>
                    <a:pt x="2431" y="68914"/>
                    <a:pt x="6484" y="62428"/>
                  </a:cubicBezTo>
                  <a:lnTo>
                    <a:pt x="19451" y="42970"/>
                  </a:lnTo>
                  <a:cubicBezTo>
                    <a:pt x="23504" y="36484"/>
                    <a:pt x="25935" y="29187"/>
                    <a:pt x="25935" y="21890"/>
                  </a:cubicBezTo>
                  <a:cubicBezTo>
                    <a:pt x="25935" y="15404"/>
                    <a:pt x="25935" y="8108"/>
                    <a:pt x="26745" y="0"/>
                  </a:cubicBezTo>
                  <a:lnTo>
                    <a:pt x="87531" y="0"/>
                  </a:lnTo>
                  <a:cubicBezTo>
                    <a:pt x="87531" y="7297"/>
                    <a:pt x="88341" y="15404"/>
                    <a:pt x="88341" y="21890"/>
                  </a:cubicBezTo>
                  <a:cubicBezTo>
                    <a:pt x="88341" y="29187"/>
                    <a:pt x="90772" y="36484"/>
                    <a:pt x="94825" y="42970"/>
                  </a:cubicBezTo>
                  <a:lnTo>
                    <a:pt x="107792" y="62428"/>
                  </a:lnTo>
                  <a:cubicBezTo>
                    <a:pt x="111034" y="68914"/>
                    <a:pt x="113466" y="76211"/>
                    <a:pt x="113466" y="84318"/>
                  </a:cubicBezTo>
                  <a:lnTo>
                    <a:pt x="113466" y="84318"/>
                  </a:lnTo>
                  <a:close/>
                </a:path>
              </a:pathLst>
            </a:custGeom>
            <a:solidFill>
              <a:srgbClr val="F5D40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6" name="Google Shape;836;p9"/>
            <p:cNvSpPr/>
            <p:nvPr/>
          </p:nvSpPr>
          <p:spPr>
            <a:xfrm>
              <a:off x="5705198" y="3245690"/>
              <a:ext cx="71602" cy="27565"/>
            </a:xfrm>
            <a:custGeom>
              <a:rect b="b" l="l" r="r" t="t"/>
              <a:pathLst>
                <a:path extrusionOk="0" h="27565" w="71602">
                  <a:moveTo>
                    <a:pt x="59320" y="0"/>
                  </a:moveTo>
                  <a:lnTo>
                    <a:pt x="11502" y="0"/>
                  </a:lnTo>
                  <a:cubicBezTo>
                    <a:pt x="9070" y="0"/>
                    <a:pt x="7450" y="1622"/>
                    <a:pt x="6639" y="3243"/>
                  </a:cubicBezTo>
                  <a:cubicBezTo>
                    <a:pt x="5018" y="7297"/>
                    <a:pt x="1776" y="14594"/>
                    <a:pt x="155" y="21080"/>
                  </a:cubicBezTo>
                  <a:cubicBezTo>
                    <a:pt x="-655" y="24323"/>
                    <a:pt x="1776" y="27565"/>
                    <a:pt x="5829" y="27565"/>
                  </a:cubicBezTo>
                  <a:lnTo>
                    <a:pt x="65803" y="27565"/>
                  </a:lnTo>
                  <a:cubicBezTo>
                    <a:pt x="69045" y="27565"/>
                    <a:pt x="72287" y="24323"/>
                    <a:pt x="71477" y="21080"/>
                  </a:cubicBezTo>
                  <a:cubicBezTo>
                    <a:pt x="69856" y="14594"/>
                    <a:pt x="66614" y="7297"/>
                    <a:pt x="64993" y="3243"/>
                  </a:cubicBezTo>
                  <a:cubicBezTo>
                    <a:pt x="63372" y="1622"/>
                    <a:pt x="60940" y="0"/>
                    <a:pt x="59320" y="0"/>
                  </a:cubicBezTo>
                  <a:lnTo>
                    <a:pt x="59320" y="0"/>
                  </a:lnTo>
                  <a:close/>
                </a:path>
              </a:pathLst>
            </a:custGeom>
            <a:solidFill>
              <a:srgbClr val="48AB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7" name="Google Shape;837;p9"/>
            <p:cNvSpPr/>
            <p:nvPr/>
          </p:nvSpPr>
          <p:spPr>
            <a:xfrm>
              <a:off x="5683471" y="3411083"/>
              <a:ext cx="113465" cy="156474"/>
            </a:xfrm>
            <a:custGeom>
              <a:rect b="b" l="l" r="r" t="t"/>
              <a:pathLst>
                <a:path extrusionOk="0" h="156474" w="113465">
                  <a:moveTo>
                    <a:pt x="0" y="0"/>
                  </a:moveTo>
                  <a:lnTo>
                    <a:pt x="113466" y="0"/>
                  </a:lnTo>
                  <a:lnTo>
                    <a:pt x="113466" y="156475"/>
                  </a:lnTo>
                  <a:lnTo>
                    <a:pt x="0" y="15647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8" name="Google Shape;838;p9"/>
            <p:cNvSpPr/>
            <p:nvPr/>
          </p:nvSpPr>
          <p:spPr>
            <a:xfrm>
              <a:off x="5683471" y="3466214"/>
              <a:ext cx="113465" cy="44591"/>
            </a:xfrm>
            <a:custGeom>
              <a:rect b="b" l="l" r="r" t="t"/>
              <a:pathLst>
                <a:path extrusionOk="0" h="44591" w="113465">
                  <a:moveTo>
                    <a:pt x="0" y="0"/>
                  </a:moveTo>
                  <a:lnTo>
                    <a:pt x="113466" y="0"/>
                  </a:lnTo>
                  <a:lnTo>
                    <a:pt x="113466" y="44591"/>
                  </a:lnTo>
                  <a:lnTo>
                    <a:pt x="0" y="44591"/>
                  </a:lnTo>
                  <a:close/>
                </a:path>
              </a:pathLst>
            </a:custGeom>
            <a:solidFill>
              <a:srgbClr val="48AB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9" name="Google Shape;839;p9"/>
            <p:cNvSpPr/>
            <p:nvPr/>
          </p:nvSpPr>
          <p:spPr>
            <a:xfrm>
              <a:off x="5730478" y="3246501"/>
              <a:ext cx="20261" cy="53509"/>
            </a:xfrm>
            <a:custGeom>
              <a:rect b="b" l="l" r="r" t="t"/>
              <a:pathLst>
                <a:path extrusionOk="0" h="53509" w="20261">
                  <a:moveTo>
                    <a:pt x="9726" y="53510"/>
                  </a:moveTo>
                  <a:cubicBezTo>
                    <a:pt x="4052" y="53510"/>
                    <a:pt x="0" y="48645"/>
                    <a:pt x="0" y="43781"/>
                  </a:cubicBezTo>
                  <a:lnTo>
                    <a:pt x="0" y="0"/>
                  </a:lnTo>
                  <a:lnTo>
                    <a:pt x="20262" y="0"/>
                  </a:lnTo>
                  <a:lnTo>
                    <a:pt x="20262" y="43781"/>
                  </a:lnTo>
                  <a:cubicBezTo>
                    <a:pt x="19451" y="48645"/>
                    <a:pt x="15399" y="53510"/>
                    <a:pt x="9726" y="53510"/>
                  </a:cubicBezTo>
                  <a:lnTo>
                    <a:pt x="9726" y="53510"/>
                  </a:lnTo>
                  <a:close/>
                </a:path>
              </a:pathLst>
            </a:custGeom>
            <a:solidFill>
              <a:srgbClr val="48AB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0" name="Google Shape;840;p9"/>
            <p:cNvSpPr/>
            <p:nvPr/>
          </p:nvSpPr>
          <p:spPr>
            <a:xfrm>
              <a:off x="5711837" y="3440270"/>
              <a:ext cx="56732" cy="98100"/>
            </a:xfrm>
            <a:custGeom>
              <a:rect b="b" l="l" r="r" t="t"/>
              <a:pathLst>
                <a:path extrusionOk="0" h="98100" w="56732">
                  <a:moveTo>
                    <a:pt x="28366" y="98101"/>
                  </a:moveTo>
                  <a:cubicBezTo>
                    <a:pt x="12968" y="98101"/>
                    <a:pt x="0" y="85129"/>
                    <a:pt x="0" y="69725"/>
                  </a:cubicBezTo>
                  <a:lnTo>
                    <a:pt x="0" y="28376"/>
                  </a:lnTo>
                  <a:cubicBezTo>
                    <a:pt x="0" y="12972"/>
                    <a:pt x="12968" y="0"/>
                    <a:pt x="28366" y="0"/>
                  </a:cubicBezTo>
                  <a:cubicBezTo>
                    <a:pt x="43765" y="0"/>
                    <a:pt x="56733" y="12972"/>
                    <a:pt x="56733" y="28376"/>
                  </a:cubicBezTo>
                  <a:lnTo>
                    <a:pt x="56733" y="69725"/>
                  </a:lnTo>
                  <a:cubicBezTo>
                    <a:pt x="56733" y="85129"/>
                    <a:pt x="43765" y="98101"/>
                    <a:pt x="28366" y="98101"/>
                  </a:cubicBezTo>
                  <a:lnTo>
                    <a:pt x="28366" y="98101"/>
                  </a:lnTo>
                  <a:close/>
                </a:path>
              </a:pathLst>
            </a:custGeom>
            <a:solidFill>
              <a:srgbClr val="48AB5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1" name="Google Shape;841;p9"/>
            <p:cNvSpPr/>
            <p:nvPr/>
          </p:nvSpPr>
          <p:spPr>
            <a:xfrm>
              <a:off x="5674555" y="3239204"/>
              <a:ext cx="127667" cy="383485"/>
            </a:xfrm>
            <a:custGeom>
              <a:rect b="b" l="l" r="r" t="t"/>
              <a:pathLst>
                <a:path extrusionOk="0" h="383485" w="127667">
                  <a:moveTo>
                    <a:pt x="127244" y="169447"/>
                  </a:moveTo>
                  <a:cubicBezTo>
                    <a:pt x="125623" y="154853"/>
                    <a:pt x="115087" y="143503"/>
                    <a:pt x="107792" y="131342"/>
                  </a:cubicBezTo>
                  <a:cubicBezTo>
                    <a:pt x="104550" y="125666"/>
                    <a:pt x="102119" y="119991"/>
                    <a:pt x="102119" y="113505"/>
                  </a:cubicBezTo>
                  <a:cubicBezTo>
                    <a:pt x="102119" y="89183"/>
                    <a:pt x="100498" y="64860"/>
                    <a:pt x="98067" y="39727"/>
                  </a:cubicBezTo>
                  <a:cubicBezTo>
                    <a:pt x="100498" y="38916"/>
                    <a:pt x="102119" y="38105"/>
                    <a:pt x="103740" y="35673"/>
                  </a:cubicBezTo>
                  <a:cubicBezTo>
                    <a:pt x="106172" y="33241"/>
                    <a:pt x="106982" y="29187"/>
                    <a:pt x="106172" y="25944"/>
                  </a:cubicBezTo>
                  <a:cubicBezTo>
                    <a:pt x="104550" y="18647"/>
                    <a:pt x="101309" y="11350"/>
                    <a:pt x="98877" y="6486"/>
                  </a:cubicBezTo>
                  <a:cubicBezTo>
                    <a:pt x="97256" y="2432"/>
                    <a:pt x="93204" y="0"/>
                    <a:pt x="88341" y="0"/>
                  </a:cubicBezTo>
                  <a:lnTo>
                    <a:pt x="40523" y="0"/>
                  </a:lnTo>
                  <a:cubicBezTo>
                    <a:pt x="36471" y="0"/>
                    <a:pt x="32419" y="2432"/>
                    <a:pt x="29987" y="6486"/>
                  </a:cubicBezTo>
                  <a:cubicBezTo>
                    <a:pt x="27556" y="11350"/>
                    <a:pt x="24314" y="18647"/>
                    <a:pt x="22693" y="25944"/>
                  </a:cubicBezTo>
                  <a:cubicBezTo>
                    <a:pt x="21883" y="29187"/>
                    <a:pt x="22693" y="32430"/>
                    <a:pt x="25125" y="35673"/>
                  </a:cubicBezTo>
                  <a:cubicBezTo>
                    <a:pt x="26745" y="37295"/>
                    <a:pt x="28366" y="38916"/>
                    <a:pt x="30798" y="39727"/>
                  </a:cubicBezTo>
                  <a:cubicBezTo>
                    <a:pt x="30798" y="42970"/>
                    <a:pt x="29987" y="47834"/>
                    <a:pt x="29987" y="52699"/>
                  </a:cubicBezTo>
                  <a:cubicBezTo>
                    <a:pt x="29987" y="55942"/>
                    <a:pt x="32419" y="58374"/>
                    <a:pt x="34850" y="58374"/>
                  </a:cubicBezTo>
                  <a:cubicBezTo>
                    <a:pt x="38092" y="58374"/>
                    <a:pt x="40523" y="55942"/>
                    <a:pt x="40523" y="53510"/>
                  </a:cubicBezTo>
                  <a:cubicBezTo>
                    <a:pt x="40523" y="47834"/>
                    <a:pt x="41334" y="42970"/>
                    <a:pt x="41334" y="39727"/>
                  </a:cubicBezTo>
                  <a:lnTo>
                    <a:pt x="47818" y="39727"/>
                  </a:lnTo>
                  <a:lnTo>
                    <a:pt x="47818" y="50266"/>
                  </a:lnTo>
                  <a:cubicBezTo>
                    <a:pt x="47818" y="59185"/>
                    <a:pt x="55112" y="65671"/>
                    <a:pt x="63217" y="65671"/>
                  </a:cubicBezTo>
                  <a:cubicBezTo>
                    <a:pt x="72132" y="65671"/>
                    <a:pt x="78616" y="58374"/>
                    <a:pt x="78616" y="50266"/>
                  </a:cubicBezTo>
                  <a:lnTo>
                    <a:pt x="78616" y="39727"/>
                  </a:lnTo>
                  <a:lnTo>
                    <a:pt x="85099" y="39727"/>
                  </a:lnTo>
                  <a:cubicBezTo>
                    <a:pt x="85910" y="48645"/>
                    <a:pt x="86720" y="67292"/>
                    <a:pt x="87531" y="85129"/>
                  </a:cubicBezTo>
                  <a:lnTo>
                    <a:pt x="38092" y="85129"/>
                  </a:lnTo>
                  <a:cubicBezTo>
                    <a:pt x="38092" y="82696"/>
                    <a:pt x="38092" y="81075"/>
                    <a:pt x="38092" y="78643"/>
                  </a:cubicBezTo>
                  <a:cubicBezTo>
                    <a:pt x="38092" y="75400"/>
                    <a:pt x="35661" y="72968"/>
                    <a:pt x="32419" y="72968"/>
                  </a:cubicBezTo>
                  <a:cubicBezTo>
                    <a:pt x="29177" y="72968"/>
                    <a:pt x="26745" y="75400"/>
                    <a:pt x="26745" y="78643"/>
                  </a:cubicBezTo>
                  <a:cubicBezTo>
                    <a:pt x="26745" y="81075"/>
                    <a:pt x="26745" y="83507"/>
                    <a:pt x="26745" y="85129"/>
                  </a:cubicBezTo>
                  <a:cubicBezTo>
                    <a:pt x="26745" y="89993"/>
                    <a:pt x="25935" y="94858"/>
                    <a:pt x="25935" y="99722"/>
                  </a:cubicBezTo>
                  <a:cubicBezTo>
                    <a:pt x="25935" y="110262"/>
                    <a:pt x="25935" y="120802"/>
                    <a:pt x="20262" y="130531"/>
                  </a:cubicBezTo>
                  <a:cubicBezTo>
                    <a:pt x="20262" y="130531"/>
                    <a:pt x="7294" y="149989"/>
                    <a:pt x="7294" y="149989"/>
                  </a:cubicBezTo>
                  <a:cubicBezTo>
                    <a:pt x="2431" y="157286"/>
                    <a:pt x="0" y="166204"/>
                    <a:pt x="0" y="175122"/>
                  </a:cubicBezTo>
                  <a:lnTo>
                    <a:pt x="0" y="358352"/>
                  </a:lnTo>
                  <a:cubicBezTo>
                    <a:pt x="0" y="372135"/>
                    <a:pt x="11347" y="383485"/>
                    <a:pt x="25125" y="383485"/>
                  </a:cubicBezTo>
                  <a:lnTo>
                    <a:pt x="98877" y="383485"/>
                  </a:lnTo>
                  <a:cubicBezTo>
                    <a:pt x="112655" y="383485"/>
                    <a:pt x="124002" y="372135"/>
                    <a:pt x="124002" y="358352"/>
                  </a:cubicBezTo>
                  <a:lnTo>
                    <a:pt x="124002" y="175122"/>
                  </a:lnTo>
                  <a:cubicBezTo>
                    <a:pt x="128054" y="173501"/>
                    <a:pt x="128054" y="171879"/>
                    <a:pt x="127244" y="169447"/>
                  </a:cubicBezTo>
                  <a:lnTo>
                    <a:pt x="127244" y="169447"/>
                  </a:lnTo>
                  <a:close/>
                  <a:moveTo>
                    <a:pt x="50249" y="29187"/>
                  </a:moveTo>
                  <a:lnTo>
                    <a:pt x="35661" y="29187"/>
                  </a:lnTo>
                  <a:cubicBezTo>
                    <a:pt x="35661" y="29187"/>
                    <a:pt x="35661" y="29187"/>
                    <a:pt x="35661" y="29187"/>
                  </a:cubicBezTo>
                  <a:cubicBezTo>
                    <a:pt x="37282" y="22701"/>
                    <a:pt x="39713" y="16215"/>
                    <a:pt x="42145" y="12161"/>
                  </a:cubicBezTo>
                  <a:lnTo>
                    <a:pt x="50249" y="12161"/>
                  </a:lnTo>
                  <a:lnTo>
                    <a:pt x="50249" y="29187"/>
                  </a:lnTo>
                  <a:close/>
                  <a:moveTo>
                    <a:pt x="70511" y="50266"/>
                  </a:moveTo>
                  <a:cubicBezTo>
                    <a:pt x="70511" y="52699"/>
                    <a:pt x="68890" y="54320"/>
                    <a:pt x="66459" y="54320"/>
                  </a:cubicBezTo>
                  <a:cubicBezTo>
                    <a:pt x="64027" y="54320"/>
                    <a:pt x="62406" y="52699"/>
                    <a:pt x="62406" y="50266"/>
                  </a:cubicBezTo>
                  <a:lnTo>
                    <a:pt x="62406" y="12161"/>
                  </a:lnTo>
                  <a:lnTo>
                    <a:pt x="71321" y="12161"/>
                  </a:lnTo>
                  <a:lnTo>
                    <a:pt x="71321" y="50266"/>
                  </a:lnTo>
                  <a:close/>
                  <a:moveTo>
                    <a:pt x="116708" y="266737"/>
                  </a:moveTo>
                  <a:lnTo>
                    <a:pt x="99688" y="266737"/>
                  </a:lnTo>
                  <a:lnTo>
                    <a:pt x="99688" y="233496"/>
                  </a:lnTo>
                  <a:lnTo>
                    <a:pt x="116708" y="233496"/>
                  </a:lnTo>
                  <a:lnTo>
                    <a:pt x="116708" y="266737"/>
                  </a:lnTo>
                  <a:close/>
                  <a:moveTo>
                    <a:pt x="81047" y="29187"/>
                  </a:moveTo>
                  <a:lnTo>
                    <a:pt x="81047" y="12161"/>
                  </a:lnTo>
                  <a:lnTo>
                    <a:pt x="89152" y="12161"/>
                  </a:lnTo>
                  <a:lnTo>
                    <a:pt x="89152" y="12161"/>
                  </a:lnTo>
                  <a:cubicBezTo>
                    <a:pt x="90773" y="15404"/>
                    <a:pt x="94014" y="22701"/>
                    <a:pt x="95635" y="29187"/>
                  </a:cubicBezTo>
                  <a:cubicBezTo>
                    <a:pt x="95635" y="29187"/>
                    <a:pt x="95635" y="29187"/>
                    <a:pt x="95635" y="29187"/>
                  </a:cubicBezTo>
                  <a:lnTo>
                    <a:pt x="81047" y="29187"/>
                  </a:lnTo>
                  <a:close/>
                  <a:moveTo>
                    <a:pt x="20262" y="157286"/>
                  </a:moveTo>
                  <a:lnTo>
                    <a:pt x="33229" y="137828"/>
                  </a:lnTo>
                  <a:cubicBezTo>
                    <a:pt x="38092" y="130531"/>
                    <a:pt x="40523" y="122423"/>
                    <a:pt x="40523" y="113505"/>
                  </a:cubicBezTo>
                  <a:cubicBezTo>
                    <a:pt x="40523" y="109451"/>
                    <a:pt x="41334" y="97290"/>
                    <a:pt x="41334" y="97290"/>
                  </a:cubicBezTo>
                  <a:lnTo>
                    <a:pt x="91583" y="97290"/>
                  </a:lnTo>
                  <a:cubicBezTo>
                    <a:pt x="91583" y="102965"/>
                    <a:pt x="91583" y="108641"/>
                    <a:pt x="92393" y="113505"/>
                  </a:cubicBezTo>
                  <a:cubicBezTo>
                    <a:pt x="92393" y="122423"/>
                    <a:pt x="94825" y="130531"/>
                    <a:pt x="99688" y="137828"/>
                  </a:cubicBezTo>
                  <a:lnTo>
                    <a:pt x="112655" y="157286"/>
                  </a:lnTo>
                  <a:cubicBezTo>
                    <a:pt x="114276" y="159718"/>
                    <a:pt x="115897" y="162961"/>
                    <a:pt x="116708" y="166204"/>
                  </a:cubicBezTo>
                  <a:lnTo>
                    <a:pt x="17020" y="166204"/>
                  </a:lnTo>
                  <a:cubicBezTo>
                    <a:pt x="17020" y="162961"/>
                    <a:pt x="18641" y="159718"/>
                    <a:pt x="20262" y="157286"/>
                  </a:cubicBezTo>
                  <a:lnTo>
                    <a:pt x="20262" y="157286"/>
                  </a:lnTo>
                  <a:close/>
                  <a:moveTo>
                    <a:pt x="14588" y="177554"/>
                  </a:moveTo>
                  <a:lnTo>
                    <a:pt x="116708" y="177554"/>
                  </a:lnTo>
                  <a:lnTo>
                    <a:pt x="116708" y="222146"/>
                  </a:lnTo>
                  <a:lnTo>
                    <a:pt x="98877" y="222146"/>
                  </a:lnTo>
                  <a:cubicBezTo>
                    <a:pt x="95635" y="206741"/>
                    <a:pt x="81857" y="195391"/>
                    <a:pt x="65648" y="195391"/>
                  </a:cubicBezTo>
                  <a:cubicBezTo>
                    <a:pt x="49439" y="195391"/>
                    <a:pt x="35661" y="206741"/>
                    <a:pt x="32419" y="222146"/>
                  </a:cubicBezTo>
                  <a:lnTo>
                    <a:pt x="14588" y="222146"/>
                  </a:lnTo>
                  <a:lnTo>
                    <a:pt x="14588" y="177554"/>
                  </a:lnTo>
                  <a:close/>
                  <a:moveTo>
                    <a:pt x="88341" y="228632"/>
                  </a:moveTo>
                  <a:lnTo>
                    <a:pt x="88341" y="269980"/>
                  </a:lnTo>
                  <a:cubicBezTo>
                    <a:pt x="88341" y="282952"/>
                    <a:pt x="77805" y="292681"/>
                    <a:pt x="65648" y="292681"/>
                  </a:cubicBezTo>
                  <a:cubicBezTo>
                    <a:pt x="52681" y="292681"/>
                    <a:pt x="42955" y="282141"/>
                    <a:pt x="42955" y="269980"/>
                  </a:cubicBezTo>
                  <a:lnTo>
                    <a:pt x="42955" y="228632"/>
                  </a:lnTo>
                  <a:cubicBezTo>
                    <a:pt x="42955" y="215660"/>
                    <a:pt x="53491" y="205931"/>
                    <a:pt x="65648" y="205931"/>
                  </a:cubicBezTo>
                  <a:cubicBezTo>
                    <a:pt x="78616" y="205931"/>
                    <a:pt x="88341" y="216470"/>
                    <a:pt x="88341" y="228632"/>
                  </a:cubicBezTo>
                  <a:lnTo>
                    <a:pt x="88341" y="228632"/>
                  </a:lnTo>
                  <a:close/>
                  <a:moveTo>
                    <a:pt x="14588" y="232685"/>
                  </a:moveTo>
                  <a:lnTo>
                    <a:pt x="31608" y="232685"/>
                  </a:lnTo>
                  <a:lnTo>
                    <a:pt x="31608" y="265926"/>
                  </a:lnTo>
                  <a:lnTo>
                    <a:pt x="14588" y="265926"/>
                  </a:lnTo>
                  <a:lnTo>
                    <a:pt x="14588" y="232685"/>
                  </a:lnTo>
                  <a:close/>
                  <a:moveTo>
                    <a:pt x="14588" y="278087"/>
                  </a:moveTo>
                  <a:lnTo>
                    <a:pt x="32419" y="278087"/>
                  </a:lnTo>
                  <a:cubicBezTo>
                    <a:pt x="35661" y="293492"/>
                    <a:pt x="49439" y="304842"/>
                    <a:pt x="65648" y="304842"/>
                  </a:cubicBezTo>
                  <a:cubicBezTo>
                    <a:pt x="81857" y="304842"/>
                    <a:pt x="95635" y="293492"/>
                    <a:pt x="98877" y="278087"/>
                  </a:cubicBezTo>
                  <a:lnTo>
                    <a:pt x="116708" y="278087"/>
                  </a:lnTo>
                  <a:lnTo>
                    <a:pt x="116708" y="322679"/>
                  </a:lnTo>
                  <a:lnTo>
                    <a:pt x="98067" y="322679"/>
                  </a:lnTo>
                  <a:cubicBezTo>
                    <a:pt x="94825" y="322679"/>
                    <a:pt x="92393" y="325111"/>
                    <a:pt x="92393" y="328354"/>
                  </a:cubicBezTo>
                  <a:cubicBezTo>
                    <a:pt x="92393" y="331597"/>
                    <a:pt x="94825" y="334029"/>
                    <a:pt x="98067" y="334029"/>
                  </a:cubicBezTo>
                  <a:lnTo>
                    <a:pt x="116708" y="334029"/>
                  </a:lnTo>
                  <a:lnTo>
                    <a:pt x="116708" y="359163"/>
                  </a:lnTo>
                  <a:cubicBezTo>
                    <a:pt x="116708" y="367270"/>
                    <a:pt x="110224" y="372945"/>
                    <a:pt x="102930" y="372945"/>
                  </a:cubicBezTo>
                  <a:lnTo>
                    <a:pt x="28366" y="372945"/>
                  </a:lnTo>
                  <a:cubicBezTo>
                    <a:pt x="20262" y="372945"/>
                    <a:pt x="14588" y="366459"/>
                    <a:pt x="14588" y="359163"/>
                  </a:cubicBezTo>
                  <a:lnTo>
                    <a:pt x="14588" y="334029"/>
                  </a:lnTo>
                  <a:lnTo>
                    <a:pt x="72942" y="334029"/>
                  </a:lnTo>
                  <a:cubicBezTo>
                    <a:pt x="76184" y="334029"/>
                    <a:pt x="78616" y="331597"/>
                    <a:pt x="78616" y="328354"/>
                  </a:cubicBezTo>
                  <a:cubicBezTo>
                    <a:pt x="78616" y="325111"/>
                    <a:pt x="76184" y="322679"/>
                    <a:pt x="72942" y="322679"/>
                  </a:cubicBezTo>
                  <a:lnTo>
                    <a:pt x="14588" y="322679"/>
                  </a:lnTo>
                  <a:lnTo>
                    <a:pt x="14588" y="278087"/>
                  </a:lnTo>
                  <a:close/>
                </a:path>
              </a:pathLst>
            </a:custGeom>
            <a:solidFill>
              <a:srgbClr val="1919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oda by Slidesgo">
  <a:themeElements>
    <a:clrScheme name="Simple Light">
      <a:dk1>
        <a:srgbClr val="191919"/>
      </a:dk1>
      <a:lt1>
        <a:srgbClr val="F8F4E0"/>
      </a:lt1>
      <a:dk2>
        <a:srgbClr val="FFFFFF"/>
      </a:dk2>
      <a:lt2>
        <a:srgbClr val="EAE0A3"/>
      </a:lt2>
      <a:accent1>
        <a:srgbClr val="F5D401"/>
      </a:accent1>
      <a:accent2>
        <a:srgbClr val="F59601"/>
      </a:accent2>
      <a:accent3>
        <a:srgbClr val="CF1212"/>
      </a:accent3>
      <a:accent4>
        <a:srgbClr val="4E48AB"/>
      </a:accent4>
      <a:accent5>
        <a:srgbClr val="48AB50"/>
      </a:accent5>
      <a:accent6>
        <a:srgbClr val="74564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